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7"/>
  </p:notesMasterIdLst>
  <p:sldIdLst>
    <p:sldId id="257" r:id="rId6"/>
  </p:sldIdLst>
  <p:sldSz cx="42803763" cy="30275213"/>
  <p:notesSz cx="6858000" cy="9144000"/>
  <p:defaultTextStyle>
    <a:defPPr>
      <a:defRPr lang="en-US"/>
    </a:defPPr>
    <a:lvl1pPr marL="0" algn="l" defTabSz="3506358" rtl="0" eaLnBrk="1" latinLnBrk="0" hangingPunct="1">
      <a:defRPr sz="6903" kern="1200">
        <a:solidFill>
          <a:schemeClr val="tx1"/>
        </a:solidFill>
        <a:latin typeface="+mn-lt"/>
        <a:ea typeface="+mn-ea"/>
        <a:cs typeface="+mn-cs"/>
      </a:defRPr>
    </a:lvl1pPr>
    <a:lvl2pPr marL="1753179" algn="l" defTabSz="3506358" rtl="0" eaLnBrk="1" latinLnBrk="0" hangingPunct="1">
      <a:defRPr sz="6903" kern="1200">
        <a:solidFill>
          <a:schemeClr val="tx1"/>
        </a:solidFill>
        <a:latin typeface="+mn-lt"/>
        <a:ea typeface="+mn-ea"/>
        <a:cs typeface="+mn-cs"/>
      </a:defRPr>
    </a:lvl2pPr>
    <a:lvl3pPr marL="3506358" algn="l" defTabSz="3506358" rtl="0" eaLnBrk="1" latinLnBrk="0" hangingPunct="1">
      <a:defRPr sz="6903" kern="1200">
        <a:solidFill>
          <a:schemeClr val="tx1"/>
        </a:solidFill>
        <a:latin typeface="+mn-lt"/>
        <a:ea typeface="+mn-ea"/>
        <a:cs typeface="+mn-cs"/>
      </a:defRPr>
    </a:lvl3pPr>
    <a:lvl4pPr marL="5259539" algn="l" defTabSz="3506358" rtl="0" eaLnBrk="1" latinLnBrk="0" hangingPunct="1">
      <a:defRPr sz="6903" kern="1200">
        <a:solidFill>
          <a:schemeClr val="tx1"/>
        </a:solidFill>
        <a:latin typeface="+mn-lt"/>
        <a:ea typeface="+mn-ea"/>
        <a:cs typeface="+mn-cs"/>
      </a:defRPr>
    </a:lvl4pPr>
    <a:lvl5pPr marL="7012718" algn="l" defTabSz="3506358" rtl="0" eaLnBrk="1" latinLnBrk="0" hangingPunct="1">
      <a:defRPr sz="6903" kern="1200">
        <a:solidFill>
          <a:schemeClr val="tx1"/>
        </a:solidFill>
        <a:latin typeface="+mn-lt"/>
        <a:ea typeface="+mn-ea"/>
        <a:cs typeface="+mn-cs"/>
      </a:defRPr>
    </a:lvl5pPr>
    <a:lvl6pPr marL="8765899" algn="l" defTabSz="3506358" rtl="0" eaLnBrk="1" latinLnBrk="0" hangingPunct="1">
      <a:defRPr sz="6903" kern="1200">
        <a:solidFill>
          <a:schemeClr val="tx1"/>
        </a:solidFill>
        <a:latin typeface="+mn-lt"/>
        <a:ea typeface="+mn-ea"/>
        <a:cs typeface="+mn-cs"/>
      </a:defRPr>
    </a:lvl6pPr>
    <a:lvl7pPr marL="10519082" algn="l" defTabSz="3506358" rtl="0" eaLnBrk="1" latinLnBrk="0" hangingPunct="1">
      <a:defRPr sz="6903" kern="1200">
        <a:solidFill>
          <a:schemeClr val="tx1"/>
        </a:solidFill>
        <a:latin typeface="+mn-lt"/>
        <a:ea typeface="+mn-ea"/>
        <a:cs typeface="+mn-cs"/>
      </a:defRPr>
    </a:lvl7pPr>
    <a:lvl8pPr marL="12272259" algn="l" defTabSz="3506358" rtl="0" eaLnBrk="1" latinLnBrk="0" hangingPunct="1">
      <a:defRPr sz="6903" kern="1200">
        <a:solidFill>
          <a:schemeClr val="tx1"/>
        </a:solidFill>
        <a:latin typeface="+mn-lt"/>
        <a:ea typeface="+mn-ea"/>
        <a:cs typeface="+mn-cs"/>
      </a:defRPr>
    </a:lvl8pPr>
    <a:lvl9pPr marL="14025438" algn="l" defTabSz="3506358" rtl="0" eaLnBrk="1" latinLnBrk="0" hangingPunct="1">
      <a:defRPr sz="6903" kern="1200">
        <a:solidFill>
          <a:schemeClr val="tx1"/>
        </a:solidFill>
        <a:latin typeface="+mn-lt"/>
        <a:ea typeface="+mn-ea"/>
        <a:cs typeface="+mn-cs"/>
      </a:defRPr>
    </a:lvl9pPr>
  </p:defaultTextStyle>
  <p:extLst>
    <p:ext uri="{521415D9-36F7-43E2-AB2F-B90AF26B5E84}">
      <p14:sectionLst xmlns:p14="http://schemas.microsoft.com/office/powerpoint/2010/main">
        <p14:section name="Author" id="{629700FC-48DD-4886-8C22-B820A503DB89}">
          <p14:sldIdLst>
            <p14:sldId id="257"/>
          </p14:sldIdLst>
        </p14:section>
      </p14:sectionLst>
    </p:ext>
    <p:ext uri="{EFAFB233-063F-42B5-8137-9DF3F51BA10A}">
      <p15:sldGuideLst xmlns:p15="http://schemas.microsoft.com/office/powerpoint/2012/main">
        <p15:guide id="1" orient="horz" pos="9536" userDrawn="1">
          <p15:clr>
            <a:srgbClr val="A4A3A4"/>
          </p15:clr>
        </p15:guide>
        <p15:guide id="2" pos="1348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B1E7BB-2319-4817-BB71-3A55D9FEAFEC}" name="Ogden, Bernard" initials="BO" userId="S::Bernard.Ogden@nationalarchives.gov.uk::26bd86b3-8f86-4d9e-bdb4-727f62c56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3415"/>
    <a:srgbClr val="FE1D57"/>
    <a:srgbClr val="86BC25"/>
    <a:srgbClr val="00623B"/>
    <a:srgbClr val="00B0FF"/>
    <a:srgbClr val="004C7E"/>
    <a:srgbClr val="F9F7E2"/>
    <a:srgbClr val="9C193A"/>
    <a:srgbClr val="DDE5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4" d="100"/>
          <a:sy n="24" d="100"/>
        </p:scale>
        <p:origin x="72" y="112"/>
      </p:cViewPr>
      <p:guideLst>
        <p:guide orient="horz" pos="9536"/>
        <p:guide pos="1348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nard Ogden" userId="26bd86b3-8f86-4d9e-bdb4-727f62c5650e" providerId="ADAL" clId="{EBA2E74C-18E7-4557-9837-0BD9FF3F05C3}"/>
    <pc:docChg chg="undo redo custSel modSld modSection">
      <pc:chgData name="Bernard Ogden" userId="26bd86b3-8f86-4d9e-bdb4-727f62c5650e" providerId="ADAL" clId="{EBA2E74C-18E7-4557-9837-0BD9FF3F05C3}" dt="2025-10-29T17:22:46.045" v="422" actId="166"/>
      <pc:docMkLst>
        <pc:docMk/>
      </pc:docMkLst>
      <pc:sldChg chg="addSp delSp modSp mod">
        <pc:chgData name="Bernard Ogden" userId="26bd86b3-8f86-4d9e-bdb4-727f62c5650e" providerId="ADAL" clId="{EBA2E74C-18E7-4557-9837-0BD9FF3F05C3}" dt="2025-10-29T17:22:46.045" v="422" actId="166"/>
        <pc:sldMkLst>
          <pc:docMk/>
          <pc:sldMk cId="1186038311" sldId="257"/>
        </pc:sldMkLst>
        <pc:spChg chg="ord">
          <ac:chgData name="Bernard Ogden" userId="26bd86b3-8f86-4d9e-bdb4-727f62c5650e" providerId="ADAL" clId="{EBA2E74C-18E7-4557-9837-0BD9FF3F05C3}" dt="2025-10-29T17:11:19.751" v="367"/>
          <ac:spMkLst>
            <pc:docMk/>
            <pc:sldMk cId="1186038311" sldId="257"/>
            <ac:spMk id="2" creationId="{95BE5791-D977-D40E-DB29-302947F1A5C8}"/>
          </ac:spMkLst>
        </pc:spChg>
        <pc:spChg chg="add mod">
          <ac:chgData name="Bernard Ogden" userId="26bd86b3-8f86-4d9e-bdb4-727f62c5650e" providerId="ADAL" clId="{EBA2E74C-18E7-4557-9837-0BD9FF3F05C3}" dt="2025-10-29T16:50:25.859" v="93"/>
          <ac:spMkLst>
            <pc:docMk/>
            <pc:sldMk cId="1186038311" sldId="257"/>
            <ac:spMk id="3" creationId="{79D736A9-A4DC-09E8-867C-3111CD8FD808}"/>
          </ac:spMkLst>
        </pc:spChg>
        <pc:spChg chg="add del mod ord">
          <ac:chgData name="Bernard Ogden" userId="26bd86b3-8f86-4d9e-bdb4-727f62c5650e" providerId="ADAL" clId="{EBA2E74C-18E7-4557-9837-0BD9FF3F05C3}" dt="2025-10-29T17:00:28.052" v="225" actId="170"/>
          <ac:spMkLst>
            <pc:docMk/>
            <pc:sldMk cId="1186038311" sldId="257"/>
            <ac:spMk id="4" creationId="{D24A1297-0046-D0BF-5682-EBE6B2DA20C2}"/>
          </ac:spMkLst>
        </pc:spChg>
        <pc:spChg chg="mod ord">
          <ac:chgData name="Bernard Ogden" userId="26bd86b3-8f86-4d9e-bdb4-727f62c5650e" providerId="ADAL" clId="{EBA2E74C-18E7-4557-9837-0BD9FF3F05C3}" dt="2025-10-29T17:09:27.528" v="323" actId="170"/>
          <ac:spMkLst>
            <pc:docMk/>
            <pc:sldMk cId="1186038311" sldId="257"/>
            <ac:spMk id="29" creationId="{626108CF-ABA0-9F92-DF37-72ED131DFEE1}"/>
          </ac:spMkLst>
        </pc:spChg>
        <pc:spChg chg="mod ord">
          <ac:chgData name="Bernard Ogden" userId="26bd86b3-8f86-4d9e-bdb4-727f62c5650e" providerId="ADAL" clId="{EBA2E74C-18E7-4557-9837-0BD9FF3F05C3}" dt="2025-10-29T17:22:02.014" v="402"/>
          <ac:spMkLst>
            <pc:docMk/>
            <pc:sldMk cId="1186038311" sldId="257"/>
            <ac:spMk id="33" creationId="{E8B5AF35-65AA-3238-A616-A4D469B00BE0}"/>
          </ac:spMkLst>
        </pc:spChg>
        <pc:spChg chg="ord">
          <ac:chgData name="Bernard Ogden" userId="26bd86b3-8f86-4d9e-bdb4-727f62c5650e" providerId="ADAL" clId="{EBA2E74C-18E7-4557-9837-0BD9FF3F05C3}" dt="2025-10-29T16:58:08.793" v="145"/>
          <ac:spMkLst>
            <pc:docMk/>
            <pc:sldMk cId="1186038311" sldId="257"/>
            <ac:spMk id="34" creationId="{3B11A409-A85E-EDFB-519E-0616DDD49B83}"/>
          </ac:spMkLst>
        </pc:spChg>
        <pc:spChg chg="ord">
          <ac:chgData name="Bernard Ogden" userId="26bd86b3-8f86-4d9e-bdb4-727f62c5650e" providerId="ADAL" clId="{EBA2E74C-18E7-4557-9837-0BD9FF3F05C3}" dt="2025-10-29T16:57:52.768" v="140"/>
          <ac:spMkLst>
            <pc:docMk/>
            <pc:sldMk cId="1186038311" sldId="257"/>
            <ac:spMk id="36" creationId="{C30CAC97-B077-5E63-6611-4CAA34C26F66}"/>
          </ac:spMkLst>
        </pc:spChg>
        <pc:spChg chg="mod ord">
          <ac:chgData name="Bernard Ogden" userId="26bd86b3-8f86-4d9e-bdb4-727f62c5650e" providerId="ADAL" clId="{EBA2E74C-18E7-4557-9837-0BD9FF3F05C3}" dt="2025-10-29T17:00:56.467" v="236" actId="1036"/>
          <ac:spMkLst>
            <pc:docMk/>
            <pc:sldMk cId="1186038311" sldId="257"/>
            <ac:spMk id="42" creationId="{D840E519-01AE-82D4-17EF-49D01BA264BD}"/>
          </ac:spMkLst>
        </pc:spChg>
        <pc:spChg chg="ord">
          <ac:chgData name="Bernard Ogden" userId="26bd86b3-8f86-4d9e-bdb4-727f62c5650e" providerId="ADAL" clId="{EBA2E74C-18E7-4557-9837-0BD9FF3F05C3}" dt="2025-10-29T17:22:31.608" v="421"/>
          <ac:spMkLst>
            <pc:docMk/>
            <pc:sldMk cId="1186038311" sldId="257"/>
            <ac:spMk id="49" creationId="{5CA0C45A-FC09-31C2-5D07-9FFFADB9F43F}"/>
          </ac:spMkLst>
        </pc:spChg>
        <pc:spChg chg="ord">
          <ac:chgData name="Bernard Ogden" userId="26bd86b3-8f86-4d9e-bdb4-727f62c5650e" providerId="ADAL" clId="{EBA2E74C-18E7-4557-9837-0BD9FF3F05C3}" dt="2025-10-29T17:01:26.881" v="240"/>
          <ac:spMkLst>
            <pc:docMk/>
            <pc:sldMk cId="1186038311" sldId="257"/>
            <ac:spMk id="50" creationId="{8B9482E6-DFFB-51DA-A618-52837D0F38FB}"/>
          </ac:spMkLst>
        </pc:spChg>
        <pc:spChg chg="ord">
          <ac:chgData name="Bernard Ogden" userId="26bd86b3-8f86-4d9e-bdb4-727f62c5650e" providerId="ADAL" clId="{EBA2E74C-18E7-4557-9837-0BD9FF3F05C3}" dt="2025-10-29T17:01:29.960" v="244"/>
          <ac:spMkLst>
            <pc:docMk/>
            <pc:sldMk cId="1186038311" sldId="257"/>
            <ac:spMk id="64" creationId="{46C0A798-A853-3D29-96E7-D5E378CCB2CE}"/>
          </ac:spMkLst>
        </pc:spChg>
        <pc:spChg chg="add del">
          <ac:chgData name="Bernard Ogden" userId="26bd86b3-8f86-4d9e-bdb4-727f62c5650e" providerId="ADAL" clId="{EBA2E74C-18E7-4557-9837-0BD9FF3F05C3}" dt="2025-10-29T16:50:24.547" v="92" actId="478"/>
          <ac:spMkLst>
            <pc:docMk/>
            <pc:sldMk cId="1186038311" sldId="257"/>
            <ac:spMk id="80" creationId="{71F34BE8-3610-855E-634C-05E373EA7E32}"/>
          </ac:spMkLst>
        </pc:spChg>
        <pc:grpChg chg="add mod">
          <ac:chgData name="Bernard Ogden" userId="26bd86b3-8f86-4d9e-bdb4-727f62c5650e" providerId="ADAL" clId="{EBA2E74C-18E7-4557-9837-0BD9FF3F05C3}" dt="2025-10-29T16:56:46.858" v="135" actId="164"/>
          <ac:grpSpMkLst>
            <pc:docMk/>
            <pc:sldMk cId="1186038311" sldId="257"/>
            <ac:grpSpMk id="5" creationId="{15064A4D-9B69-8EBB-CB24-1743AF1554BE}"/>
          </ac:grpSpMkLst>
        </pc:grpChg>
        <pc:picChg chg="mod ord">
          <ac:chgData name="Bernard Ogden" userId="26bd86b3-8f86-4d9e-bdb4-727f62c5650e" providerId="ADAL" clId="{EBA2E74C-18E7-4557-9837-0BD9FF3F05C3}" dt="2025-10-29T17:00:15.561" v="216"/>
          <ac:picMkLst>
            <pc:docMk/>
            <pc:sldMk cId="1186038311" sldId="257"/>
            <ac:picMk id="27" creationId="{279C0C2C-26E3-2E13-F008-E76ADDE73B28}"/>
          </ac:picMkLst>
        </pc:picChg>
        <pc:picChg chg="mod ord">
          <ac:chgData name="Bernard Ogden" userId="26bd86b3-8f86-4d9e-bdb4-727f62c5650e" providerId="ADAL" clId="{EBA2E74C-18E7-4557-9837-0BD9FF3F05C3}" dt="2025-10-29T17:00:19.161" v="223"/>
          <ac:picMkLst>
            <pc:docMk/>
            <pc:sldMk cId="1186038311" sldId="257"/>
            <ac:picMk id="32" creationId="{557FB2DF-AD20-B2E5-7E93-D4B26E427D26}"/>
          </ac:picMkLst>
        </pc:picChg>
        <pc:picChg chg="mod ord">
          <ac:chgData name="Bernard Ogden" userId="26bd86b3-8f86-4d9e-bdb4-727f62c5650e" providerId="ADAL" clId="{EBA2E74C-18E7-4557-9837-0BD9FF3F05C3}" dt="2025-10-29T16:59:58.832" v="190"/>
          <ac:picMkLst>
            <pc:docMk/>
            <pc:sldMk cId="1186038311" sldId="257"/>
            <ac:picMk id="38" creationId="{6D6AE487-941D-76BB-2B56-F9AC3061B59F}"/>
          </ac:picMkLst>
        </pc:picChg>
        <pc:picChg chg="mod ord">
          <ac:chgData name="Bernard Ogden" userId="26bd86b3-8f86-4d9e-bdb4-727f62c5650e" providerId="ADAL" clId="{EBA2E74C-18E7-4557-9837-0BD9FF3F05C3}" dt="2025-10-29T17:22:46.045" v="422" actId="166"/>
          <ac:picMkLst>
            <pc:docMk/>
            <pc:sldMk cId="1186038311" sldId="257"/>
            <ac:picMk id="39" creationId="{8B83592E-B185-4713-0618-9A8DF5242C69}"/>
          </ac:picMkLst>
        </pc:picChg>
        <pc:picChg chg="mod ord">
          <ac:chgData name="Bernard Ogden" userId="26bd86b3-8f86-4d9e-bdb4-727f62c5650e" providerId="ADAL" clId="{EBA2E74C-18E7-4557-9837-0BD9FF3F05C3}" dt="2025-10-29T17:00:11.009" v="209"/>
          <ac:picMkLst>
            <pc:docMk/>
            <pc:sldMk cId="1186038311" sldId="257"/>
            <ac:picMk id="41" creationId="{8B1EA167-8E30-4913-AD3D-51984FC0DDAB}"/>
          </ac:picMkLst>
        </pc:picChg>
        <pc:picChg chg="mod ord">
          <ac:chgData name="Bernard Ogden" userId="26bd86b3-8f86-4d9e-bdb4-727f62c5650e" providerId="ADAL" clId="{EBA2E74C-18E7-4557-9837-0BD9FF3F05C3}" dt="2025-10-29T17:00:05.760" v="200"/>
          <ac:picMkLst>
            <pc:docMk/>
            <pc:sldMk cId="1186038311" sldId="257"/>
            <ac:picMk id="44" creationId="{87C57B9B-1881-78A3-CA03-CBBF374436D7}"/>
          </ac:picMkLst>
        </pc:picChg>
        <pc:picChg chg="mod ord">
          <ac:chgData name="Bernard Ogden" userId="26bd86b3-8f86-4d9e-bdb4-727f62c5650e" providerId="ADAL" clId="{EBA2E74C-18E7-4557-9837-0BD9FF3F05C3}" dt="2025-10-29T16:59:46.600" v="178"/>
          <ac:picMkLst>
            <pc:docMk/>
            <pc:sldMk cId="1186038311" sldId="257"/>
            <ac:picMk id="46" creationId="{81B739D8-7B5E-3640-1427-68FB76DE2130}"/>
          </ac:picMkLst>
        </pc:picChg>
        <pc:picChg chg="mod">
          <ac:chgData name="Bernard Ogden" userId="26bd86b3-8f86-4d9e-bdb4-727f62c5650e" providerId="ADAL" clId="{EBA2E74C-18E7-4557-9837-0BD9FF3F05C3}" dt="2025-10-29T16:56:46.858" v="135" actId="164"/>
          <ac:picMkLst>
            <pc:docMk/>
            <pc:sldMk cId="1186038311" sldId="257"/>
            <ac:picMk id="83" creationId="{C26466FA-5DAA-E338-23C2-8AC7850DE4EE}"/>
          </ac:picMkLst>
        </pc:picChg>
      </pc:sldChg>
    </pc:docChg>
  </pc:docChgLst>
  <pc:docChgLst>
    <pc:chgData name="Ogden, Bernard" userId="S::bernard.ogden@nationalarchives.gov.uk::26bd86b3-8f86-4d9e-bdb4-727f62c5650e" providerId="AD" clId="Web-{3204B9EA-6559-1295-3408-82F6C1898393}"/>
    <pc:docChg chg="modSld">
      <pc:chgData name="Ogden, Bernard" userId="S::bernard.ogden@nationalarchives.gov.uk::26bd86b3-8f86-4d9e-bdb4-727f62c5650e" providerId="AD" clId="Web-{3204B9EA-6559-1295-3408-82F6C1898393}" dt="2024-10-30T11:19:45.513" v="31" actId="20577"/>
      <pc:docMkLst>
        <pc:docMk/>
      </pc:docMkLst>
      <pc:sldChg chg="modSp">
        <pc:chgData name="Ogden, Bernard" userId="S::bernard.ogden@nationalarchives.gov.uk::26bd86b3-8f86-4d9e-bdb4-727f62c5650e" providerId="AD" clId="Web-{3204B9EA-6559-1295-3408-82F6C1898393}" dt="2024-10-30T11:19:45.513" v="31" actId="20577"/>
        <pc:sldMkLst>
          <pc:docMk/>
          <pc:sldMk cId="1186038311" sldId="257"/>
        </pc:sldMkLst>
      </pc:sldChg>
    </pc:docChg>
  </pc:docChgLst>
  <pc:docChgLst>
    <pc:chgData name="Ogden, Bernard" userId="26bd86b3-8f86-4d9e-bdb4-727f62c5650e" providerId="ADAL" clId="{BFB25898-8F04-4B70-923B-62DA6D3EDCE9}"/>
    <pc:docChg chg="undo redo custSel addSld delSld modSld addSection modSection">
      <pc:chgData name="Ogden, Bernard" userId="26bd86b3-8f86-4d9e-bdb4-727f62c5650e" providerId="ADAL" clId="{BFB25898-8F04-4B70-923B-62DA6D3EDCE9}" dt="2024-10-29T19:00:48.080" v="6290" actId="20577"/>
      <pc:docMkLst>
        <pc:docMk/>
      </pc:docMkLst>
      <pc:sldChg chg="addSp delSp modSp mod addCm delCm modCm">
        <pc:chgData name="Ogden, Bernard" userId="26bd86b3-8f86-4d9e-bdb4-727f62c5650e" providerId="ADAL" clId="{BFB25898-8F04-4B70-923B-62DA6D3EDCE9}" dt="2024-10-29T19:00:48.080" v="6290" actId="20577"/>
        <pc:sldMkLst>
          <pc:docMk/>
          <pc:sldMk cId="1186038311" sldId="257"/>
        </pc:sldMkLst>
        <pc:extLst>
          <p:ext xmlns:p="http://schemas.openxmlformats.org/presentationml/2006/main" uri="{D6D511B9-2390-475A-947B-AFAB55BFBCF1}">
            <pc226:cmChg xmlns:pc226="http://schemas.microsoft.com/office/powerpoint/2022/06/main/command" chg="add del mod">
              <pc226:chgData name="Ogden, Bernard" userId="26bd86b3-8f86-4d9e-bdb4-727f62c5650e" providerId="ADAL" clId="{BFB25898-8F04-4B70-923B-62DA6D3EDCE9}" dt="2024-10-29T19:00:39.929" v="6251"/>
              <pc2:cmMkLst xmlns:pc2="http://schemas.microsoft.com/office/powerpoint/2019/9/main/command">
                <pc:docMk/>
                <pc:sldMk cId="1186038311" sldId="257"/>
                <pc2:cmMk id="{352BFAD3-FD9E-40F6-A950-F72B55C3AA4F}"/>
              </pc2:cmMkLst>
              <pc226:cmRplyChg chg="add">
                <pc226:chgData name="Ogden, Bernard" userId="26bd86b3-8f86-4d9e-bdb4-727f62c5650e" providerId="ADAL" clId="{BFB25898-8F04-4B70-923B-62DA6D3EDCE9}" dt="2024-10-24T21:57:43.485" v="5489"/>
                <pc2:cmRplyMkLst xmlns:pc2="http://schemas.microsoft.com/office/powerpoint/2019/9/main/command">
                  <pc:docMk/>
                  <pc:sldMk cId="1186038311" sldId="257"/>
                  <pc2:cmMk id="{352BFAD3-FD9E-40F6-A950-F72B55C3AA4F}"/>
                  <pc2:cmRplyMk id="{9FC7AA1E-BB0B-4B76-9858-9F8D7840A23F}"/>
                </pc2:cmRplyMkLst>
              </pc226:cmRplyChg>
              <pc226:cmRplyChg chg="add mod">
                <pc226:chgData name="Ogden, Bernard" userId="26bd86b3-8f86-4d9e-bdb4-727f62c5650e" providerId="ADAL" clId="{BFB25898-8F04-4B70-923B-62DA6D3EDCE9}" dt="2024-10-24T14:43:41.479" v="4898"/>
                <pc2:cmRplyMkLst xmlns:pc2="http://schemas.microsoft.com/office/powerpoint/2019/9/main/command">
                  <pc:docMk/>
                  <pc:sldMk cId="1186038311" sldId="257"/>
                  <pc2:cmMk id="{352BFAD3-FD9E-40F6-A950-F72B55C3AA4F}"/>
                  <pc2:cmRplyMk id="{94C1C257-1602-4184-98BC-FF45D3DDB0B4}"/>
                </pc2:cmRplyMkLst>
              </pc226:cmRplyChg>
              <pc226:cmRplyChg chg="add">
                <pc226:chgData name="Ogden, Bernard" userId="26bd86b3-8f86-4d9e-bdb4-727f62c5650e" providerId="ADAL" clId="{BFB25898-8F04-4B70-923B-62DA6D3EDCE9}" dt="2024-10-24T14:43:34.710" v="4897"/>
                <pc2:cmRplyMkLst xmlns:pc2="http://schemas.microsoft.com/office/powerpoint/2019/9/main/command">
                  <pc:docMk/>
                  <pc:sldMk cId="1186038311" sldId="257"/>
                  <pc2:cmMk id="{352BFAD3-FD9E-40F6-A950-F72B55C3AA4F}"/>
                  <pc2:cmRplyMk id="{8B7394AC-DCDA-4EBC-8FC5-751AEEBEC8B1}"/>
                </pc2:cmRplyMkLst>
              </pc226:cmRplyChg>
            </pc226:cmChg>
          </p:ext>
        </pc:extLst>
      </pc:sldChg>
      <pc:sldChg chg="new add del">
        <pc:chgData name="Ogden, Bernard" userId="26bd86b3-8f86-4d9e-bdb4-727f62c5650e" providerId="ADAL" clId="{BFB25898-8F04-4B70-923B-62DA6D3EDCE9}" dt="2024-10-24T14:54:08.136" v="5336" actId="680"/>
        <pc:sldMkLst>
          <pc:docMk/>
          <pc:sldMk cId="1264505735" sldId="258"/>
        </pc:sldMkLst>
      </pc:sldChg>
      <pc:sldChg chg="new del">
        <pc:chgData name="Ogden, Bernard" userId="26bd86b3-8f86-4d9e-bdb4-727f62c5650e" providerId="ADAL" clId="{BFB25898-8F04-4B70-923B-62DA6D3EDCE9}" dt="2024-10-23T23:38:01.484" v="2380" actId="680"/>
        <pc:sldMkLst>
          <pc:docMk/>
          <pc:sldMk cId="253719191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2AF2C9-35B2-460E-8FF9-6E6858C3675A}" type="datetimeFigureOut">
              <a:rPr lang="en-GB" smtClean="0"/>
              <a:t>29/10/2025</a:t>
            </a:fld>
            <a:endParaRPr lang="en-GB"/>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26699-E148-466C-AFDB-5343868BE4F8}" type="slidenum">
              <a:rPr lang="en-GB" smtClean="0"/>
              <a:t>‹#›</a:t>
            </a:fld>
            <a:endParaRPr lang="en-GB"/>
          </a:p>
        </p:txBody>
      </p:sp>
    </p:spTree>
    <p:extLst>
      <p:ext uri="{BB962C8B-B14F-4D97-AF65-F5344CB8AC3E}">
        <p14:creationId xmlns:p14="http://schemas.microsoft.com/office/powerpoint/2010/main" val="3370404488"/>
      </p:ext>
    </p:extLst>
  </p:cSld>
  <p:clrMap bg1="lt1" tx1="dk1" bg2="lt2" tx2="dk2" accent1="accent1" accent2="accent2" accent3="accent3" accent4="accent4" accent5="accent5" accent6="accent6" hlink="hlink" folHlink="folHlink"/>
  <p:notesStyle>
    <a:lvl1pPr marL="0" algn="l" defTabSz="3506358" rtl="0" eaLnBrk="1" latinLnBrk="0" hangingPunct="1">
      <a:defRPr sz="4602" kern="1200">
        <a:solidFill>
          <a:schemeClr val="tx1"/>
        </a:solidFill>
        <a:latin typeface="+mn-lt"/>
        <a:ea typeface="+mn-ea"/>
        <a:cs typeface="+mn-cs"/>
      </a:defRPr>
    </a:lvl1pPr>
    <a:lvl2pPr marL="1753179" algn="l" defTabSz="3506358" rtl="0" eaLnBrk="1" latinLnBrk="0" hangingPunct="1">
      <a:defRPr sz="4602" kern="1200">
        <a:solidFill>
          <a:schemeClr val="tx1"/>
        </a:solidFill>
        <a:latin typeface="+mn-lt"/>
        <a:ea typeface="+mn-ea"/>
        <a:cs typeface="+mn-cs"/>
      </a:defRPr>
    </a:lvl2pPr>
    <a:lvl3pPr marL="3506358" algn="l" defTabSz="3506358" rtl="0" eaLnBrk="1" latinLnBrk="0" hangingPunct="1">
      <a:defRPr sz="4602" kern="1200">
        <a:solidFill>
          <a:schemeClr val="tx1"/>
        </a:solidFill>
        <a:latin typeface="+mn-lt"/>
        <a:ea typeface="+mn-ea"/>
        <a:cs typeface="+mn-cs"/>
      </a:defRPr>
    </a:lvl3pPr>
    <a:lvl4pPr marL="5259539" algn="l" defTabSz="3506358" rtl="0" eaLnBrk="1" latinLnBrk="0" hangingPunct="1">
      <a:defRPr sz="4602" kern="1200">
        <a:solidFill>
          <a:schemeClr val="tx1"/>
        </a:solidFill>
        <a:latin typeface="+mn-lt"/>
        <a:ea typeface="+mn-ea"/>
        <a:cs typeface="+mn-cs"/>
      </a:defRPr>
    </a:lvl4pPr>
    <a:lvl5pPr marL="7012718" algn="l" defTabSz="3506358" rtl="0" eaLnBrk="1" latinLnBrk="0" hangingPunct="1">
      <a:defRPr sz="4602" kern="1200">
        <a:solidFill>
          <a:schemeClr val="tx1"/>
        </a:solidFill>
        <a:latin typeface="+mn-lt"/>
        <a:ea typeface="+mn-ea"/>
        <a:cs typeface="+mn-cs"/>
      </a:defRPr>
    </a:lvl5pPr>
    <a:lvl6pPr marL="8765899" algn="l" defTabSz="3506358" rtl="0" eaLnBrk="1" latinLnBrk="0" hangingPunct="1">
      <a:defRPr sz="4602" kern="1200">
        <a:solidFill>
          <a:schemeClr val="tx1"/>
        </a:solidFill>
        <a:latin typeface="+mn-lt"/>
        <a:ea typeface="+mn-ea"/>
        <a:cs typeface="+mn-cs"/>
      </a:defRPr>
    </a:lvl6pPr>
    <a:lvl7pPr marL="10519082" algn="l" defTabSz="3506358" rtl="0" eaLnBrk="1" latinLnBrk="0" hangingPunct="1">
      <a:defRPr sz="4602" kern="1200">
        <a:solidFill>
          <a:schemeClr val="tx1"/>
        </a:solidFill>
        <a:latin typeface="+mn-lt"/>
        <a:ea typeface="+mn-ea"/>
        <a:cs typeface="+mn-cs"/>
      </a:defRPr>
    </a:lvl7pPr>
    <a:lvl8pPr marL="12272259" algn="l" defTabSz="3506358" rtl="0" eaLnBrk="1" latinLnBrk="0" hangingPunct="1">
      <a:defRPr sz="4602" kern="1200">
        <a:solidFill>
          <a:schemeClr val="tx1"/>
        </a:solidFill>
        <a:latin typeface="+mn-lt"/>
        <a:ea typeface="+mn-ea"/>
        <a:cs typeface="+mn-cs"/>
      </a:defRPr>
    </a:lvl8pPr>
    <a:lvl9pPr marL="14025438" algn="l" defTabSz="3506358" rtl="0" eaLnBrk="1" latinLnBrk="0" hangingPunct="1">
      <a:defRPr sz="460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8526699-E148-466C-AFDB-5343868BE4F8}" type="slidenum">
              <a:rPr lang="en-GB" smtClean="0"/>
              <a:t>1</a:t>
            </a:fld>
            <a:endParaRPr lang="en-GB"/>
          </a:p>
        </p:txBody>
      </p:sp>
    </p:spTree>
    <p:extLst>
      <p:ext uri="{BB962C8B-B14F-4D97-AF65-F5344CB8AC3E}">
        <p14:creationId xmlns:p14="http://schemas.microsoft.com/office/powerpoint/2010/main" val="3579641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D8F2D4-5E9C-ACFE-5B57-34122015E708}"/>
              </a:ext>
            </a:extLst>
          </p:cNvPr>
          <p:cNvSpPr/>
          <p:nvPr userDrawn="1"/>
        </p:nvSpPr>
        <p:spPr>
          <a:xfrm>
            <a:off x="997645" y="1254463"/>
            <a:ext cx="40808483" cy="2776517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
        <p:nvSpPr>
          <p:cNvPr id="16" name="Picture Placeholder 15">
            <a:extLst>
              <a:ext uri="{FF2B5EF4-FFF2-40B4-BE49-F238E27FC236}">
                <a16:creationId xmlns:a16="http://schemas.microsoft.com/office/drawing/2014/main" id="{9B9AE5C2-A17D-F3B3-334A-BC5E54BAB392}"/>
              </a:ext>
            </a:extLst>
          </p:cNvPr>
          <p:cNvSpPr>
            <a:spLocks noGrp="1"/>
          </p:cNvSpPr>
          <p:nvPr>
            <p:ph type="pic" sz="quarter" idx="10"/>
          </p:nvPr>
        </p:nvSpPr>
        <p:spPr>
          <a:xfrm>
            <a:off x="1031095" y="1298261"/>
            <a:ext cx="40744376" cy="27683950"/>
          </a:xfrm>
          <a:custGeom>
            <a:avLst/>
            <a:gdLst>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00638 w 11623676"/>
              <a:gd name="connsiteY5" fmla="*/ 6289675 h 6289675"/>
              <a:gd name="connsiteX6" fmla="*/ 5100638 w 11623676"/>
              <a:gd name="connsiteY6" fmla="*/ 2459038 h 6289675"/>
              <a:gd name="connsiteX7" fmla="*/ 0 w 11623676"/>
              <a:gd name="connsiteY7" fmla="*/ 2459038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2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4899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2511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50679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42320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5535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0684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76540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2564 w 11623676"/>
              <a:gd name="connsiteY5" fmla="*/ 6288481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87287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22104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08986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23676" h="6289675">
                <a:moveTo>
                  <a:pt x="0" y="0"/>
                </a:moveTo>
                <a:lnTo>
                  <a:pt x="9921875" y="0"/>
                </a:lnTo>
                <a:lnTo>
                  <a:pt x="9921875" y="1711952"/>
                </a:lnTo>
                <a:lnTo>
                  <a:pt x="11623676" y="1708369"/>
                </a:lnTo>
                <a:lnTo>
                  <a:pt x="11623676" y="6289675"/>
                </a:lnTo>
                <a:lnTo>
                  <a:pt x="5108986" y="6286092"/>
                </a:lnTo>
                <a:cubicBezTo>
                  <a:pt x="5108588" y="5009213"/>
                  <a:pt x="5110576" y="3722782"/>
                  <a:pt x="5110178" y="2445903"/>
                </a:cubicBezTo>
                <a:lnTo>
                  <a:pt x="1193" y="2447096"/>
                </a:lnTo>
                <a:cubicBezTo>
                  <a:pt x="795" y="1631397"/>
                  <a:pt x="398" y="815699"/>
                  <a:pt x="0" y="0"/>
                </a:cubicBezTo>
                <a:close/>
              </a:path>
            </a:pathLst>
          </a:custGeom>
          <a:solidFill>
            <a:schemeClr val="bg1">
              <a:lumMod val="85000"/>
            </a:schemeClr>
          </a:solidFill>
          <a:ln w="19050">
            <a:noFill/>
          </a:ln>
        </p:spPr>
        <p:txBody>
          <a:bodyPr wrap="square">
            <a:noAutofit/>
          </a:bodyPr>
          <a:lstStyle/>
          <a:p>
            <a:r>
              <a:rPr lang="en-GB"/>
              <a:t>Click icon to add picture</a:t>
            </a:r>
          </a:p>
        </p:txBody>
      </p:sp>
      <p:sp>
        <p:nvSpPr>
          <p:cNvPr id="7" name="Rectangle 6">
            <a:extLst>
              <a:ext uri="{FF2B5EF4-FFF2-40B4-BE49-F238E27FC236}">
                <a16:creationId xmlns:a16="http://schemas.microsoft.com/office/drawing/2014/main" id="{287FD12B-4DF0-18D6-1F3C-10055179B50D}"/>
              </a:ext>
            </a:extLst>
          </p:cNvPr>
          <p:cNvSpPr/>
          <p:nvPr userDrawn="1"/>
        </p:nvSpPr>
        <p:spPr>
          <a:xfrm>
            <a:off x="997649" y="12110091"/>
            <a:ext cx="17907354" cy="947247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8" name="Rectangle 7">
            <a:extLst>
              <a:ext uri="{FF2B5EF4-FFF2-40B4-BE49-F238E27FC236}">
                <a16:creationId xmlns:a16="http://schemas.microsoft.com/office/drawing/2014/main" id="{206A9A88-330A-1D1B-7639-29F93FEA9B15}"/>
              </a:ext>
            </a:extLst>
          </p:cNvPr>
          <p:cNvSpPr/>
          <p:nvPr userDrawn="1"/>
        </p:nvSpPr>
        <p:spPr>
          <a:xfrm>
            <a:off x="997649" y="21582557"/>
            <a:ext cx="17907354" cy="743819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1995285" y="12110091"/>
            <a:ext cx="15923226" cy="9472470"/>
          </a:xfrm>
        </p:spPr>
        <p:txBody>
          <a:bodyPr anchor="ctr" anchorCtr="0"/>
          <a:lstStyle>
            <a:lvl1pPr algn="l">
              <a:defRPr sz="6786"/>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1995287" y="21582553"/>
            <a:ext cx="15923229" cy="7438203"/>
          </a:xfrm>
        </p:spPr>
        <p:txBody>
          <a:bodyPr anchor="ctr" anchorCtr="0"/>
          <a:lstStyle>
            <a:lvl1pPr marL="0" indent="0" algn="l">
              <a:spcAft>
                <a:spcPts val="0"/>
              </a:spcAft>
              <a:buNone/>
              <a:defRPr sz="2262">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grpSp>
        <p:nvGrpSpPr>
          <p:cNvPr id="19" name="Group 18">
            <a:extLst>
              <a:ext uri="{FF2B5EF4-FFF2-40B4-BE49-F238E27FC236}">
                <a16:creationId xmlns:a16="http://schemas.microsoft.com/office/drawing/2014/main" id="{7A72C5D7-9238-6093-13E0-3496077F0885}"/>
              </a:ext>
            </a:extLst>
          </p:cNvPr>
          <p:cNvGrpSpPr>
            <a:grpSpLocks noChangeAspect="1"/>
          </p:cNvGrpSpPr>
          <p:nvPr userDrawn="1"/>
        </p:nvGrpSpPr>
        <p:grpSpPr>
          <a:xfrm>
            <a:off x="35831440" y="1241487"/>
            <a:ext cx="5974689" cy="7538900"/>
            <a:chOff x="2857500" y="180976"/>
            <a:chExt cx="5924550" cy="5945187"/>
          </a:xfrm>
        </p:grpSpPr>
        <p:sp>
          <p:nvSpPr>
            <p:cNvPr id="20" name="Rectangle 5">
              <a:extLst>
                <a:ext uri="{FF2B5EF4-FFF2-40B4-BE49-F238E27FC236}">
                  <a16:creationId xmlns:a16="http://schemas.microsoft.com/office/drawing/2014/main" id="{1BDD3A87-F94A-5935-C19A-B43B47E4511B}"/>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21" name="Freeform 7">
              <a:extLst>
                <a:ext uri="{FF2B5EF4-FFF2-40B4-BE49-F238E27FC236}">
                  <a16:creationId xmlns:a16="http://schemas.microsoft.com/office/drawing/2014/main" id="{02DF7797-B46E-8541-F1D2-FFB63E78CCC2}"/>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8">
              <a:extLst>
                <a:ext uri="{FF2B5EF4-FFF2-40B4-BE49-F238E27FC236}">
                  <a16:creationId xmlns:a16="http://schemas.microsoft.com/office/drawing/2014/main" id="{07C0DBDD-1BCE-9F03-BF8A-4449C6A7E7E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9">
              <a:extLst>
                <a:ext uri="{FF2B5EF4-FFF2-40B4-BE49-F238E27FC236}">
                  <a16:creationId xmlns:a16="http://schemas.microsoft.com/office/drawing/2014/main" id="{E8952F56-6955-AEA3-17E3-472E9F76A6D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10">
              <a:extLst>
                <a:ext uri="{FF2B5EF4-FFF2-40B4-BE49-F238E27FC236}">
                  <a16:creationId xmlns:a16="http://schemas.microsoft.com/office/drawing/2014/main" id="{AEAB4482-B124-8CEC-1998-FD3A3DE8E998}"/>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Freeform 11">
              <a:extLst>
                <a:ext uri="{FF2B5EF4-FFF2-40B4-BE49-F238E27FC236}">
                  <a16:creationId xmlns:a16="http://schemas.microsoft.com/office/drawing/2014/main" id="{DB1E9115-CB0A-481C-D7A1-CB98A3DA37F6}"/>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12">
              <a:extLst>
                <a:ext uri="{FF2B5EF4-FFF2-40B4-BE49-F238E27FC236}">
                  <a16:creationId xmlns:a16="http://schemas.microsoft.com/office/drawing/2014/main" id="{1D08DA13-3031-09FC-A7E1-302616E79A41}"/>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Rectangle 13">
              <a:extLst>
                <a:ext uri="{FF2B5EF4-FFF2-40B4-BE49-F238E27FC236}">
                  <a16:creationId xmlns:a16="http://schemas.microsoft.com/office/drawing/2014/main" id="{70ED91D8-BF04-DF61-83F0-A2D2B0C7CBDF}"/>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14">
              <a:extLst>
                <a:ext uri="{FF2B5EF4-FFF2-40B4-BE49-F238E27FC236}">
                  <a16:creationId xmlns:a16="http://schemas.microsoft.com/office/drawing/2014/main" id="{7FF3B334-839A-9BAC-C5C8-CCACDA1578AB}"/>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Freeform 15">
              <a:extLst>
                <a:ext uri="{FF2B5EF4-FFF2-40B4-BE49-F238E27FC236}">
                  <a16:creationId xmlns:a16="http://schemas.microsoft.com/office/drawing/2014/main" id="{C1BED1B9-E99D-8453-53C2-1AA3250BE03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0" name="Freeform 16">
              <a:extLst>
                <a:ext uri="{FF2B5EF4-FFF2-40B4-BE49-F238E27FC236}">
                  <a16:creationId xmlns:a16="http://schemas.microsoft.com/office/drawing/2014/main" id="{0C75F0BA-E4DD-6146-DF3E-11895D1BB5C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1" name="Freeform 17">
              <a:extLst>
                <a:ext uri="{FF2B5EF4-FFF2-40B4-BE49-F238E27FC236}">
                  <a16:creationId xmlns:a16="http://schemas.microsoft.com/office/drawing/2014/main" id="{5AFED7E7-6A25-06E8-5E54-0B501805BA67}"/>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18">
              <a:extLst>
                <a:ext uri="{FF2B5EF4-FFF2-40B4-BE49-F238E27FC236}">
                  <a16:creationId xmlns:a16="http://schemas.microsoft.com/office/drawing/2014/main" id="{FE27B279-DE0B-8E33-CA7D-B3AA4E2FB431}"/>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19">
              <a:extLst>
                <a:ext uri="{FF2B5EF4-FFF2-40B4-BE49-F238E27FC236}">
                  <a16:creationId xmlns:a16="http://schemas.microsoft.com/office/drawing/2014/main" id="{CF677E05-356E-B7CF-433C-8A8BEB935A52}"/>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20">
              <a:extLst>
                <a:ext uri="{FF2B5EF4-FFF2-40B4-BE49-F238E27FC236}">
                  <a16:creationId xmlns:a16="http://schemas.microsoft.com/office/drawing/2014/main" id="{7439665E-8420-B18D-35BC-7A106B0F0411}"/>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21">
              <a:extLst>
                <a:ext uri="{FF2B5EF4-FFF2-40B4-BE49-F238E27FC236}">
                  <a16:creationId xmlns:a16="http://schemas.microsoft.com/office/drawing/2014/main" id="{8B393608-7C32-0CE4-DE4C-6F5D726F54D4}"/>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Rectangle 22">
              <a:extLst>
                <a:ext uri="{FF2B5EF4-FFF2-40B4-BE49-F238E27FC236}">
                  <a16:creationId xmlns:a16="http://schemas.microsoft.com/office/drawing/2014/main" id="{741854CE-FC37-0776-3C7A-C19E0D1D1558}"/>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Freeform 23">
              <a:extLst>
                <a:ext uri="{FF2B5EF4-FFF2-40B4-BE49-F238E27FC236}">
                  <a16:creationId xmlns:a16="http://schemas.microsoft.com/office/drawing/2014/main" id="{C67250D9-E873-CC19-523F-5D9AA67FC2E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24">
              <a:extLst>
                <a:ext uri="{FF2B5EF4-FFF2-40B4-BE49-F238E27FC236}">
                  <a16:creationId xmlns:a16="http://schemas.microsoft.com/office/drawing/2014/main" id="{0991AB8C-B4C7-9440-B845-B607635CC34A}"/>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25">
              <a:extLst>
                <a:ext uri="{FF2B5EF4-FFF2-40B4-BE49-F238E27FC236}">
                  <a16:creationId xmlns:a16="http://schemas.microsoft.com/office/drawing/2014/main" id="{DCF5F829-4736-E015-161E-235B4E47DD6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Line 26">
              <a:extLst>
                <a:ext uri="{FF2B5EF4-FFF2-40B4-BE49-F238E27FC236}">
                  <a16:creationId xmlns:a16="http://schemas.microsoft.com/office/drawing/2014/main" id="{A65A9DE7-9B92-2BA5-7CB9-B5422094253F}"/>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41" name="Line 27">
              <a:extLst>
                <a:ext uri="{FF2B5EF4-FFF2-40B4-BE49-F238E27FC236}">
                  <a16:creationId xmlns:a16="http://schemas.microsoft.com/office/drawing/2014/main" id="{A8F9F389-85D3-C556-3AC6-F0CCF8F2988B}"/>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42" name="Line 29">
              <a:extLst>
                <a:ext uri="{FF2B5EF4-FFF2-40B4-BE49-F238E27FC236}">
                  <a16:creationId xmlns:a16="http://schemas.microsoft.com/office/drawing/2014/main" id="{3D1C1995-EB3B-A5DE-A8F9-B8BCA9AEBDC0}"/>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Tree>
    <p:extLst>
      <p:ext uri="{BB962C8B-B14F-4D97-AF65-F5344CB8AC3E}">
        <p14:creationId xmlns:p14="http://schemas.microsoft.com/office/powerpoint/2010/main" val="35151433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COLOUR">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4C9706-0E21-8831-C490-E4BDD203002D}"/>
              </a:ext>
            </a:extLst>
          </p:cNvPr>
          <p:cNvSpPr/>
          <p:nvPr userDrawn="1"/>
        </p:nvSpPr>
        <p:spPr>
          <a:xfrm>
            <a:off x="997649" y="12110091"/>
            <a:ext cx="17907354" cy="947247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 name="Rectangle 5">
            <a:extLst>
              <a:ext uri="{FF2B5EF4-FFF2-40B4-BE49-F238E27FC236}">
                <a16:creationId xmlns:a16="http://schemas.microsoft.com/office/drawing/2014/main" id="{63C13EAB-931E-CA81-D81E-894CF048E314}"/>
              </a:ext>
            </a:extLst>
          </p:cNvPr>
          <p:cNvSpPr/>
          <p:nvPr userDrawn="1"/>
        </p:nvSpPr>
        <p:spPr>
          <a:xfrm>
            <a:off x="997649" y="21582557"/>
            <a:ext cx="17907354" cy="743819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1995285" y="12110097"/>
            <a:ext cx="15923226" cy="9472464"/>
          </a:xfrm>
        </p:spPr>
        <p:txBody>
          <a:bodyPr anchor="ctr" anchorCtr="0"/>
          <a:lstStyle>
            <a:lvl1pPr algn="l">
              <a:defRPr sz="6786">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1995287" y="21582557"/>
            <a:ext cx="15923229" cy="7438207"/>
          </a:xfrm>
        </p:spPr>
        <p:txBody>
          <a:bodyPr anchor="ctr" anchorCtr="0"/>
          <a:lstStyle>
            <a:lvl1pPr marL="0" indent="0" algn="l">
              <a:spcAft>
                <a:spcPts val="0"/>
              </a:spcAft>
              <a:buNone/>
              <a:defRPr sz="2262">
                <a:solidFill>
                  <a:schemeClr val="bg1"/>
                </a:solidFill>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grpSp>
        <p:nvGrpSpPr>
          <p:cNvPr id="19" name="Group 18">
            <a:extLst>
              <a:ext uri="{FF2B5EF4-FFF2-40B4-BE49-F238E27FC236}">
                <a16:creationId xmlns:a16="http://schemas.microsoft.com/office/drawing/2014/main" id="{7A72C5D7-9238-6093-13E0-3496077F0885}"/>
              </a:ext>
            </a:extLst>
          </p:cNvPr>
          <p:cNvGrpSpPr>
            <a:grpSpLocks noChangeAspect="1"/>
          </p:cNvGrpSpPr>
          <p:nvPr userDrawn="1"/>
        </p:nvGrpSpPr>
        <p:grpSpPr>
          <a:xfrm>
            <a:off x="35831440" y="1241487"/>
            <a:ext cx="5974689" cy="7538900"/>
            <a:chOff x="2857500" y="180976"/>
            <a:chExt cx="5924550" cy="5945187"/>
          </a:xfrm>
        </p:grpSpPr>
        <p:sp>
          <p:nvSpPr>
            <p:cNvPr id="20" name="Rectangle 5">
              <a:extLst>
                <a:ext uri="{FF2B5EF4-FFF2-40B4-BE49-F238E27FC236}">
                  <a16:creationId xmlns:a16="http://schemas.microsoft.com/office/drawing/2014/main" id="{1BDD3A87-F94A-5935-C19A-B43B47E4511B}"/>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21" name="Freeform 7">
              <a:extLst>
                <a:ext uri="{FF2B5EF4-FFF2-40B4-BE49-F238E27FC236}">
                  <a16:creationId xmlns:a16="http://schemas.microsoft.com/office/drawing/2014/main" id="{02DF7797-B46E-8541-F1D2-FFB63E78CCC2}"/>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8">
              <a:extLst>
                <a:ext uri="{FF2B5EF4-FFF2-40B4-BE49-F238E27FC236}">
                  <a16:creationId xmlns:a16="http://schemas.microsoft.com/office/drawing/2014/main" id="{07C0DBDD-1BCE-9F03-BF8A-4449C6A7E7E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9">
              <a:extLst>
                <a:ext uri="{FF2B5EF4-FFF2-40B4-BE49-F238E27FC236}">
                  <a16:creationId xmlns:a16="http://schemas.microsoft.com/office/drawing/2014/main" id="{E8952F56-6955-AEA3-17E3-472E9F76A6D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10">
              <a:extLst>
                <a:ext uri="{FF2B5EF4-FFF2-40B4-BE49-F238E27FC236}">
                  <a16:creationId xmlns:a16="http://schemas.microsoft.com/office/drawing/2014/main" id="{AEAB4482-B124-8CEC-1998-FD3A3DE8E998}"/>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Freeform 11">
              <a:extLst>
                <a:ext uri="{FF2B5EF4-FFF2-40B4-BE49-F238E27FC236}">
                  <a16:creationId xmlns:a16="http://schemas.microsoft.com/office/drawing/2014/main" id="{DB1E9115-CB0A-481C-D7A1-CB98A3DA37F6}"/>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12">
              <a:extLst>
                <a:ext uri="{FF2B5EF4-FFF2-40B4-BE49-F238E27FC236}">
                  <a16:creationId xmlns:a16="http://schemas.microsoft.com/office/drawing/2014/main" id="{1D08DA13-3031-09FC-A7E1-302616E79A41}"/>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Rectangle 13">
              <a:extLst>
                <a:ext uri="{FF2B5EF4-FFF2-40B4-BE49-F238E27FC236}">
                  <a16:creationId xmlns:a16="http://schemas.microsoft.com/office/drawing/2014/main" id="{70ED91D8-BF04-DF61-83F0-A2D2B0C7CBDF}"/>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14">
              <a:extLst>
                <a:ext uri="{FF2B5EF4-FFF2-40B4-BE49-F238E27FC236}">
                  <a16:creationId xmlns:a16="http://schemas.microsoft.com/office/drawing/2014/main" id="{7FF3B334-839A-9BAC-C5C8-CCACDA1578AB}"/>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Freeform 15">
              <a:extLst>
                <a:ext uri="{FF2B5EF4-FFF2-40B4-BE49-F238E27FC236}">
                  <a16:creationId xmlns:a16="http://schemas.microsoft.com/office/drawing/2014/main" id="{C1BED1B9-E99D-8453-53C2-1AA3250BE03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0" name="Freeform 16">
              <a:extLst>
                <a:ext uri="{FF2B5EF4-FFF2-40B4-BE49-F238E27FC236}">
                  <a16:creationId xmlns:a16="http://schemas.microsoft.com/office/drawing/2014/main" id="{0C75F0BA-E4DD-6146-DF3E-11895D1BB5C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1" name="Freeform 17">
              <a:extLst>
                <a:ext uri="{FF2B5EF4-FFF2-40B4-BE49-F238E27FC236}">
                  <a16:creationId xmlns:a16="http://schemas.microsoft.com/office/drawing/2014/main" id="{5AFED7E7-6A25-06E8-5E54-0B501805BA67}"/>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18">
              <a:extLst>
                <a:ext uri="{FF2B5EF4-FFF2-40B4-BE49-F238E27FC236}">
                  <a16:creationId xmlns:a16="http://schemas.microsoft.com/office/drawing/2014/main" id="{FE27B279-DE0B-8E33-CA7D-B3AA4E2FB431}"/>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19">
              <a:extLst>
                <a:ext uri="{FF2B5EF4-FFF2-40B4-BE49-F238E27FC236}">
                  <a16:creationId xmlns:a16="http://schemas.microsoft.com/office/drawing/2014/main" id="{CF677E05-356E-B7CF-433C-8A8BEB935A52}"/>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20">
              <a:extLst>
                <a:ext uri="{FF2B5EF4-FFF2-40B4-BE49-F238E27FC236}">
                  <a16:creationId xmlns:a16="http://schemas.microsoft.com/office/drawing/2014/main" id="{7439665E-8420-B18D-35BC-7A106B0F0411}"/>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21">
              <a:extLst>
                <a:ext uri="{FF2B5EF4-FFF2-40B4-BE49-F238E27FC236}">
                  <a16:creationId xmlns:a16="http://schemas.microsoft.com/office/drawing/2014/main" id="{8B393608-7C32-0CE4-DE4C-6F5D726F54D4}"/>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Rectangle 22">
              <a:extLst>
                <a:ext uri="{FF2B5EF4-FFF2-40B4-BE49-F238E27FC236}">
                  <a16:creationId xmlns:a16="http://schemas.microsoft.com/office/drawing/2014/main" id="{741854CE-FC37-0776-3C7A-C19E0D1D1558}"/>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Freeform 23">
              <a:extLst>
                <a:ext uri="{FF2B5EF4-FFF2-40B4-BE49-F238E27FC236}">
                  <a16:creationId xmlns:a16="http://schemas.microsoft.com/office/drawing/2014/main" id="{C67250D9-E873-CC19-523F-5D9AA67FC2E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24">
              <a:extLst>
                <a:ext uri="{FF2B5EF4-FFF2-40B4-BE49-F238E27FC236}">
                  <a16:creationId xmlns:a16="http://schemas.microsoft.com/office/drawing/2014/main" id="{0991AB8C-B4C7-9440-B845-B607635CC34A}"/>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25">
              <a:extLst>
                <a:ext uri="{FF2B5EF4-FFF2-40B4-BE49-F238E27FC236}">
                  <a16:creationId xmlns:a16="http://schemas.microsoft.com/office/drawing/2014/main" id="{DCF5F829-4736-E015-161E-235B4E47DD6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Line 26">
              <a:extLst>
                <a:ext uri="{FF2B5EF4-FFF2-40B4-BE49-F238E27FC236}">
                  <a16:creationId xmlns:a16="http://schemas.microsoft.com/office/drawing/2014/main" id="{A65A9DE7-9B92-2BA5-7CB9-B5422094253F}"/>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41" name="Line 27">
              <a:extLst>
                <a:ext uri="{FF2B5EF4-FFF2-40B4-BE49-F238E27FC236}">
                  <a16:creationId xmlns:a16="http://schemas.microsoft.com/office/drawing/2014/main" id="{A8F9F389-85D3-C556-3AC6-F0CCF8F2988B}"/>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42" name="Line 29">
              <a:extLst>
                <a:ext uri="{FF2B5EF4-FFF2-40B4-BE49-F238E27FC236}">
                  <a16:creationId xmlns:a16="http://schemas.microsoft.com/office/drawing/2014/main" id="{3D1C1995-EB3B-A5DE-A8F9-B8BCA9AEBDC0}"/>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7" name="Picture Placeholder 15">
            <a:extLst>
              <a:ext uri="{FF2B5EF4-FFF2-40B4-BE49-F238E27FC236}">
                <a16:creationId xmlns:a16="http://schemas.microsoft.com/office/drawing/2014/main" id="{5D1D2216-D7DA-7473-E185-646FAE57E4DD}"/>
              </a:ext>
            </a:extLst>
          </p:cNvPr>
          <p:cNvSpPr>
            <a:spLocks noGrp="1"/>
          </p:cNvSpPr>
          <p:nvPr>
            <p:ph type="pic" sz="quarter" idx="10"/>
          </p:nvPr>
        </p:nvSpPr>
        <p:spPr>
          <a:xfrm>
            <a:off x="1031095" y="1298261"/>
            <a:ext cx="40744376" cy="27683950"/>
          </a:xfrm>
          <a:custGeom>
            <a:avLst/>
            <a:gdLst>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00638 w 11623676"/>
              <a:gd name="connsiteY5" fmla="*/ 6289675 h 6289675"/>
              <a:gd name="connsiteX6" fmla="*/ 5100638 w 11623676"/>
              <a:gd name="connsiteY6" fmla="*/ 2459038 h 6289675"/>
              <a:gd name="connsiteX7" fmla="*/ 0 w 11623676"/>
              <a:gd name="connsiteY7" fmla="*/ 2459038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2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4899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2511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50679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42320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5535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0684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76540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2564 w 11623676"/>
              <a:gd name="connsiteY5" fmla="*/ 6288481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87287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22104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08986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23676" h="6289675">
                <a:moveTo>
                  <a:pt x="0" y="0"/>
                </a:moveTo>
                <a:lnTo>
                  <a:pt x="9921875" y="0"/>
                </a:lnTo>
                <a:lnTo>
                  <a:pt x="9921875" y="1711952"/>
                </a:lnTo>
                <a:lnTo>
                  <a:pt x="11623676" y="1708369"/>
                </a:lnTo>
                <a:lnTo>
                  <a:pt x="11623676" y="6289675"/>
                </a:lnTo>
                <a:lnTo>
                  <a:pt x="5108986" y="6286092"/>
                </a:lnTo>
                <a:cubicBezTo>
                  <a:pt x="5108588" y="5009213"/>
                  <a:pt x="5110576" y="3722782"/>
                  <a:pt x="5110178" y="2445903"/>
                </a:cubicBezTo>
                <a:lnTo>
                  <a:pt x="1193" y="2447096"/>
                </a:lnTo>
                <a:cubicBezTo>
                  <a:pt x="795" y="1631397"/>
                  <a:pt x="398" y="815699"/>
                  <a:pt x="0" y="0"/>
                </a:cubicBezTo>
                <a:close/>
              </a:path>
            </a:pathLst>
          </a:custGeom>
          <a:solidFill>
            <a:schemeClr val="bg1">
              <a:lumMod val="85000"/>
            </a:schemeClr>
          </a:solidFill>
          <a:ln w="19050">
            <a:noFill/>
          </a:ln>
        </p:spPr>
        <p:txBody>
          <a:bodyPr wrap="square">
            <a:noAutofit/>
          </a:bodyPr>
          <a:lstStyle/>
          <a:p>
            <a:r>
              <a:rPr lang="en-GB"/>
              <a:t>Click icon to add picture</a:t>
            </a:r>
          </a:p>
        </p:txBody>
      </p:sp>
      <p:sp>
        <p:nvSpPr>
          <p:cNvPr id="8" name="Rectangle 7">
            <a:extLst>
              <a:ext uri="{FF2B5EF4-FFF2-40B4-BE49-F238E27FC236}">
                <a16:creationId xmlns:a16="http://schemas.microsoft.com/office/drawing/2014/main" id="{0B326486-07F2-F8C4-B204-670628C876A5}"/>
              </a:ext>
            </a:extLst>
          </p:cNvPr>
          <p:cNvSpPr/>
          <p:nvPr userDrawn="1"/>
        </p:nvSpPr>
        <p:spPr>
          <a:xfrm>
            <a:off x="997645" y="1254468"/>
            <a:ext cx="40808483" cy="27766295"/>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7567055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Multi">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A480832-174C-35BC-4416-D5822CCEC351}"/>
              </a:ext>
            </a:extLst>
          </p:cNvPr>
          <p:cNvSpPr/>
          <p:nvPr userDrawn="1"/>
        </p:nvSpPr>
        <p:spPr>
          <a:xfrm>
            <a:off x="997652" y="14922761"/>
            <a:ext cx="15923217" cy="1407806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
        <p:nvSpPr>
          <p:cNvPr id="19" name="Rectangle 18">
            <a:extLst>
              <a:ext uri="{FF2B5EF4-FFF2-40B4-BE49-F238E27FC236}">
                <a16:creationId xmlns:a16="http://schemas.microsoft.com/office/drawing/2014/main" id="{94C59E5E-7B64-C1D3-70AC-CBDA05AB5E92}"/>
              </a:ext>
            </a:extLst>
          </p:cNvPr>
          <p:cNvSpPr/>
          <p:nvPr userDrawn="1"/>
        </p:nvSpPr>
        <p:spPr>
          <a:xfrm>
            <a:off x="16909723" y="1254470"/>
            <a:ext cx="24885258" cy="1801147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
        <p:nvSpPr>
          <p:cNvPr id="7" name="Rectangle 6">
            <a:extLst>
              <a:ext uri="{FF2B5EF4-FFF2-40B4-BE49-F238E27FC236}">
                <a16:creationId xmlns:a16="http://schemas.microsoft.com/office/drawing/2014/main" id="{287FD12B-4DF0-18D6-1F3C-10055179B50D}"/>
              </a:ext>
            </a:extLst>
          </p:cNvPr>
          <p:cNvSpPr/>
          <p:nvPr userDrawn="1"/>
        </p:nvSpPr>
        <p:spPr>
          <a:xfrm>
            <a:off x="6972340" y="8793480"/>
            <a:ext cx="26869392" cy="12828956"/>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8" name="Rectangle 7">
            <a:extLst>
              <a:ext uri="{FF2B5EF4-FFF2-40B4-BE49-F238E27FC236}">
                <a16:creationId xmlns:a16="http://schemas.microsoft.com/office/drawing/2014/main" id="{206A9A88-330A-1D1B-7639-29F93FEA9B15}"/>
              </a:ext>
            </a:extLst>
          </p:cNvPr>
          <p:cNvSpPr/>
          <p:nvPr userDrawn="1"/>
        </p:nvSpPr>
        <p:spPr>
          <a:xfrm>
            <a:off x="16920865" y="21628921"/>
            <a:ext cx="2992917"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7964404" y="8786996"/>
            <a:ext cx="20900271" cy="7524812"/>
          </a:xfrm>
        </p:spPr>
        <p:txBody>
          <a:bodyPr anchor="ctr" anchorCtr="0"/>
          <a:lstStyle>
            <a:lvl1pPr algn="l">
              <a:defRPr sz="6786"/>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7964404" y="16311818"/>
            <a:ext cx="19908209" cy="5428653"/>
          </a:xfrm>
        </p:spPr>
        <p:txBody>
          <a:bodyPr anchor="ctr" anchorCtr="0"/>
          <a:lstStyle>
            <a:lvl1pPr marL="0" indent="0" algn="l">
              <a:spcAft>
                <a:spcPts val="0"/>
              </a:spcAft>
              <a:buNone/>
              <a:defRPr sz="2262">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sp>
        <p:nvSpPr>
          <p:cNvPr id="50" name="Rectangle 49">
            <a:extLst>
              <a:ext uri="{FF2B5EF4-FFF2-40B4-BE49-F238E27FC236}">
                <a16:creationId xmlns:a16="http://schemas.microsoft.com/office/drawing/2014/main" id="{B3BF3560-3CD1-0B64-03EA-D256199991D0}"/>
              </a:ext>
            </a:extLst>
          </p:cNvPr>
          <p:cNvSpPr/>
          <p:nvPr userDrawn="1"/>
        </p:nvSpPr>
        <p:spPr>
          <a:xfrm>
            <a:off x="19913787" y="21628921"/>
            <a:ext cx="2976199"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1" name="Rectangle 50">
            <a:extLst>
              <a:ext uri="{FF2B5EF4-FFF2-40B4-BE49-F238E27FC236}">
                <a16:creationId xmlns:a16="http://schemas.microsoft.com/office/drawing/2014/main" id="{3170E404-5E3C-3FBF-484E-C38B7B8B1201}"/>
              </a:ext>
            </a:extLst>
          </p:cNvPr>
          <p:cNvSpPr/>
          <p:nvPr userDrawn="1"/>
        </p:nvSpPr>
        <p:spPr>
          <a:xfrm>
            <a:off x="22901130" y="21628921"/>
            <a:ext cx="2987347"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2" name="Rectangle 51">
            <a:extLst>
              <a:ext uri="{FF2B5EF4-FFF2-40B4-BE49-F238E27FC236}">
                <a16:creationId xmlns:a16="http://schemas.microsoft.com/office/drawing/2014/main" id="{1A999DE3-E86C-A102-47F6-4FACE3E8D029}"/>
              </a:ext>
            </a:extLst>
          </p:cNvPr>
          <p:cNvSpPr/>
          <p:nvPr userDrawn="1"/>
        </p:nvSpPr>
        <p:spPr>
          <a:xfrm>
            <a:off x="25888478" y="21628921"/>
            <a:ext cx="2987347"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6" name="Rectangle 55">
            <a:extLst>
              <a:ext uri="{FF2B5EF4-FFF2-40B4-BE49-F238E27FC236}">
                <a16:creationId xmlns:a16="http://schemas.microsoft.com/office/drawing/2014/main" id="{C9233BE1-3AEE-3BAE-81BA-7A0BC2CE4544}"/>
              </a:ext>
            </a:extLst>
          </p:cNvPr>
          <p:cNvSpPr/>
          <p:nvPr userDrawn="1"/>
        </p:nvSpPr>
        <p:spPr>
          <a:xfrm>
            <a:off x="38818783" y="21607097"/>
            <a:ext cx="2976199"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7" name="Rectangle 66">
            <a:extLst>
              <a:ext uri="{FF2B5EF4-FFF2-40B4-BE49-F238E27FC236}">
                <a16:creationId xmlns:a16="http://schemas.microsoft.com/office/drawing/2014/main" id="{11F208DE-5B9E-F53C-1FF3-5BB6E64F20AD}"/>
              </a:ext>
            </a:extLst>
          </p:cNvPr>
          <p:cNvSpPr/>
          <p:nvPr userDrawn="1"/>
        </p:nvSpPr>
        <p:spPr>
          <a:xfrm>
            <a:off x="38818775" y="19272417"/>
            <a:ext cx="2976203"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grpSp>
        <p:nvGrpSpPr>
          <p:cNvPr id="4" name="Group 3">
            <a:extLst>
              <a:ext uri="{FF2B5EF4-FFF2-40B4-BE49-F238E27FC236}">
                <a16:creationId xmlns:a16="http://schemas.microsoft.com/office/drawing/2014/main" id="{DD37211B-D966-CAD1-1700-8AED7E93093D}"/>
              </a:ext>
            </a:extLst>
          </p:cNvPr>
          <p:cNvGrpSpPr>
            <a:grpSpLocks noChangeAspect="1"/>
          </p:cNvGrpSpPr>
          <p:nvPr userDrawn="1"/>
        </p:nvGrpSpPr>
        <p:grpSpPr>
          <a:xfrm>
            <a:off x="997653" y="1260313"/>
            <a:ext cx="5974689" cy="7538900"/>
            <a:chOff x="2857500" y="180976"/>
            <a:chExt cx="5924550" cy="5945187"/>
          </a:xfrm>
        </p:grpSpPr>
        <p:sp>
          <p:nvSpPr>
            <p:cNvPr id="5" name="Rectangle 5">
              <a:extLst>
                <a:ext uri="{FF2B5EF4-FFF2-40B4-BE49-F238E27FC236}">
                  <a16:creationId xmlns:a16="http://schemas.microsoft.com/office/drawing/2014/main" id="{D6A08A39-B4E8-114F-EB40-8851D8DFED3A}"/>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6" name="Freeform 7">
              <a:extLst>
                <a:ext uri="{FF2B5EF4-FFF2-40B4-BE49-F238E27FC236}">
                  <a16:creationId xmlns:a16="http://schemas.microsoft.com/office/drawing/2014/main" id="{D9697553-8DD0-82F1-2FCE-9419C278B55E}"/>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9" name="Freeform 8">
              <a:extLst>
                <a:ext uri="{FF2B5EF4-FFF2-40B4-BE49-F238E27FC236}">
                  <a16:creationId xmlns:a16="http://schemas.microsoft.com/office/drawing/2014/main" id="{FAE76616-2DF2-F2F4-CCAA-23CD3A0D71B9}"/>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0" name="Freeform 9">
              <a:extLst>
                <a:ext uri="{FF2B5EF4-FFF2-40B4-BE49-F238E27FC236}">
                  <a16:creationId xmlns:a16="http://schemas.microsoft.com/office/drawing/2014/main" id="{64338178-4AF6-DDFA-DA3B-F2AD69D44CE4}"/>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1" name="Freeform 10">
              <a:extLst>
                <a:ext uri="{FF2B5EF4-FFF2-40B4-BE49-F238E27FC236}">
                  <a16:creationId xmlns:a16="http://schemas.microsoft.com/office/drawing/2014/main" id="{15189A9E-3CC7-FD5B-BAE3-419ADF4CC36B}"/>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2" name="Freeform 11">
              <a:extLst>
                <a:ext uri="{FF2B5EF4-FFF2-40B4-BE49-F238E27FC236}">
                  <a16:creationId xmlns:a16="http://schemas.microsoft.com/office/drawing/2014/main" id="{139C5A9C-EE7E-9A46-B17E-16881651F02D}"/>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3" name="Freeform 12">
              <a:extLst>
                <a:ext uri="{FF2B5EF4-FFF2-40B4-BE49-F238E27FC236}">
                  <a16:creationId xmlns:a16="http://schemas.microsoft.com/office/drawing/2014/main" id="{FA3E2A20-BEB5-D11C-FF3C-229019B8820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4" name="Rectangle 13">
              <a:extLst>
                <a:ext uri="{FF2B5EF4-FFF2-40B4-BE49-F238E27FC236}">
                  <a16:creationId xmlns:a16="http://schemas.microsoft.com/office/drawing/2014/main" id="{A88D7C30-DA42-19B8-3A40-B2FB0F763069}"/>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5" name="Freeform 14">
              <a:extLst>
                <a:ext uri="{FF2B5EF4-FFF2-40B4-BE49-F238E27FC236}">
                  <a16:creationId xmlns:a16="http://schemas.microsoft.com/office/drawing/2014/main" id="{AFAC99C6-EC4B-A647-3BE6-351A0C3E9303}"/>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6" name="Freeform 15">
              <a:extLst>
                <a:ext uri="{FF2B5EF4-FFF2-40B4-BE49-F238E27FC236}">
                  <a16:creationId xmlns:a16="http://schemas.microsoft.com/office/drawing/2014/main" id="{7ADA210B-1468-3929-5D4F-912251EE4797}"/>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7" name="Freeform 16">
              <a:extLst>
                <a:ext uri="{FF2B5EF4-FFF2-40B4-BE49-F238E27FC236}">
                  <a16:creationId xmlns:a16="http://schemas.microsoft.com/office/drawing/2014/main" id="{22965A62-D4A6-C2C2-8AB3-F97CFE7E09AD}"/>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8" name="Freeform 17">
              <a:extLst>
                <a:ext uri="{FF2B5EF4-FFF2-40B4-BE49-F238E27FC236}">
                  <a16:creationId xmlns:a16="http://schemas.microsoft.com/office/drawing/2014/main" id="{E2DCB34C-DCD9-2ECA-34A9-F3E3A5BB63D6}"/>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3" name="Freeform 18">
              <a:extLst>
                <a:ext uri="{FF2B5EF4-FFF2-40B4-BE49-F238E27FC236}">
                  <a16:creationId xmlns:a16="http://schemas.microsoft.com/office/drawing/2014/main" id="{D6209FA1-7F40-0F8C-4F66-B5A3642A1AC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4" name="Freeform 19">
              <a:extLst>
                <a:ext uri="{FF2B5EF4-FFF2-40B4-BE49-F238E27FC236}">
                  <a16:creationId xmlns:a16="http://schemas.microsoft.com/office/drawing/2014/main" id="{A4CDF550-343F-735D-4BD3-07CD5E3EFAC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5" name="Freeform 20">
              <a:extLst>
                <a:ext uri="{FF2B5EF4-FFF2-40B4-BE49-F238E27FC236}">
                  <a16:creationId xmlns:a16="http://schemas.microsoft.com/office/drawing/2014/main" id="{562334CE-E8F5-2EF9-EA7E-DB45D564D790}"/>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6" name="Freeform 21">
              <a:extLst>
                <a:ext uri="{FF2B5EF4-FFF2-40B4-BE49-F238E27FC236}">
                  <a16:creationId xmlns:a16="http://schemas.microsoft.com/office/drawing/2014/main" id="{7C3CD0E1-B45F-4539-F663-5BFA2E9F0AC7}"/>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7" name="Rectangle 22">
              <a:extLst>
                <a:ext uri="{FF2B5EF4-FFF2-40B4-BE49-F238E27FC236}">
                  <a16:creationId xmlns:a16="http://schemas.microsoft.com/office/drawing/2014/main" id="{28841D95-B838-DAAD-D890-A4292C96FD70}"/>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8" name="Freeform 23">
              <a:extLst>
                <a:ext uri="{FF2B5EF4-FFF2-40B4-BE49-F238E27FC236}">
                  <a16:creationId xmlns:a16="http://schemas.microsoft.com/office/drawing/2014/main" id="{B8771829-5C32-9034-E57A-C54C07936B0D}"/>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9" name="Freeform 24">
              <a:extLst>
                <a:ext uri="{FF2B5EF4-FFF2-40B4-BE49-F238E27FC236}">
                  <a16:creationId xmlns:a16="http://schemas.microsoft.com/office/drawing/2014/main" id="{B100799E-E80A-A868-5436-C95E167C74FD}"/>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3" name="Freeform 25">
              <a:extLst>
                <a:ext uri="{FF2B5EF4-FFF2-40B4-BE49-F238E27FC236}">
                  <a16:creationId xmlns:a16="http://schemas.microsoft.com/office/drawing/2014/main" id="{E8A89A4D-6E93-3FD0-51D2-CD53099FD693}"/>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4" name="Line 26">
              <a:extLst>
                <a:ext uri="{FF2B5EF4-FFF2-40B4-BE49-F238E27FC236}">
                  <a16:creationId xmlns:a16="http://schemas.microsoft.com/office/drawing/2014/main" id="{ECB6FD65-BDA5-1FDA-20A5-F3CF86A88F52}"/>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55" name="Line 27">
              <a:extLst>
                <a:ext uri="{FF2B5EF4-FFF2-40B4-BE49-F238E27FC236}">
                  <a16:creationId xmlns:a16="http://schemas.microsoft.com/office/drawing/2014/main" id="{E1EA3153-9349-B100-DB6E-B1FADC356C04}"/>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57" name="Line 29">
              <a:extLst>
                <a:ext uri="{FF2B5EF4-FFF2-40B4-BE49-F238E27FC236}">
                  <a16:creationId xmlns:a16="http://schemas.microsoft.com/office/drawing/2014/main" id="{0C224180-ADEA-BD85-7011-388A3920DB10}"/>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61" name="Picture Placeholder 60">
            <a:extLst>
              <a:ext uri="{FF2B5EF4-FFF2-40B4-BE49-F238E27FC236}">
                <a16:creationId xmlns:a16="http://schemas.microsoft.com/office/drawing/2014/main" id="{BB9D3A98-8646-8C9F-E446-5125661EB843}"/>
              </a:ext>
            </a:extLst>
          </p:cNvPr>
          <p:cNvSpPr>
            <a:spLocks noGrp="1"/>
          </p:cNvSpPr>
          <p:nvPr>
            <p:ph type="pic" sz="quarter" idx="10" hasCustomPrompt="1"/>
          </p:nvPr>
        </p:nvSpPr>
        <p:spPr>
          <a:xfrm>
            <a:off x="16943433" y="1304659"/>
            <a:ext cx="24826278" cy="17919845"/>
          </a:xfrm>
          <a:custGeom>
            <a:avLst/>
            <a:gdLst>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11985 w 7077341"/>
              <a:gd name="connsiteY5" fmla="*/ 3638911 h 4081859"/>
              <a:gd name="connsiteX6" fmla="*/ 4811985 w 7077341"/>
              <a:gd name="connsiteY6" fmla="*/ 1707754 h 4081859"/>
              <a:gd name="connsiteX7" fmla="*/ 0 w 7077341"/>
              <a:gd name="connsiteY7" fmla="*/ 1707754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79850 w 7077341"/>
              <a:gd name="connsiteY5" fmla="*/ 3635339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66754 w 7077341"/>
              <a:gd name="connsiteY6" fmla="*/ 1661320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39291 w 7077341"/>
              <a:gd name="connsiteY7" fmla="*/ 1674417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8334 w 7077341"/>
              <a:gd name="connsiteY7" fmla="*/ 1711326 h 4081859"/>
              <a:gd name="connsiteX8" fmla="*/ 0 w 7077341"/>
              <a:gd name="connsiteY8" fmla="*/ 0 h 4081859"/>
              <a:gd name="connsiteX0" fmla="*/ 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0 w 7069007"/>
              <a:gd name="connsiteY8" fmla="*/ 23813 h 4081859"/>
              <a:gd name="connsiteX0" fmla="*/ 5953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5953 w 7069007"/>
              <a:gd name="connsiteY8" fmla="*/ 23813 h 4081859"/>
              <a:gd name="connsiteX0" fmla="*/ 119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1190 w 7069007"/>
              <a:gd name="connsiteY8" fmla="*/ 23813 h 4081859"/>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3908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37958 w 7069007"/>
              <a:gd name="connsiteY3" fmla="*/ 4059237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7816"/>
              <a:gd name="connsiteY0" fmla="*/ 2382 h 4060428"/>
              <a:gd name="connsiteX1" fmla="*/ 7067816 w 7067816"/>
              <a:gd name="connsiteY1" fmla="*/ 0 h 4060428"/>
              <a:gd name="connsiteX2" fmla="*/ 7064244 w 7067816"/>
              <a:gd name="connsiteY2" fmla="*/ 4060428 h 4060428"/>
              <a:gd name="connsiteX3" fmla="*/ 6237958 w 7067816"/>
              <a:gd name="connsiteY3" fmla="*/ 4059237 h 4060428"/>
              <a:gd name="connsiteX4" fmla="*/ 6239148 w 7067816"/>
              <a:gd name="connsiteY4" fmla="*/ 3621052 h 4060428"/>
              <a:gd name="connsiteX5" fmla="*/ 4822700 w 7067816"/>
              <a:gd name="connsiteY5" fmla="*/ 3619861 h 4060428"/>
              <a:gd name="connsiteX6" fmla="*/ 4822701 w 7067816"/>
              <a:gd name="connsiteY6" fmla="*/ 1688705 h 4060428"/>
              <a:gd name="connsiteX7" fmla="*/ 0 w 7067816"/>
              <a:gd name="connsiteY7" fmla="*/ 1689895 h 4060428"/>
              <a:gd name="connsiteX8" fmla="*/ 1190 w 7067816"/>
              <a:gd name="connsiteY8" fmla="*/ 2382 h 4060428"/>
              <a:gd name="connsiteX0" fmla="*/ 1190 w 7069253"/>
              <a:gd name="connsiteY0" fmla="*/ 2382 h 4061619"/>
              <a:gd name="connsiteX1" fmla="*/ 7067816 w 7069253"/>
              <a:gd name="connsiteY1" fmla="*/ 0 h 4061619"/>
              <a:gd name="connsiteX2" fmla="*/ 7069007 w 7069253"/>
              <a:gd name="connsiteY2" fmla="*/ 4061619 h 4061619"/>
              <a:gd name="connsiteX3" fmla="*/ 6237958 w 7069253"/>
              <a:gd name="connsiteY3" fmla="*/ 4059237 h 4061619"/>
              <a:gd name="connsiteX4" fmla="*/ 6239148 w 7069253"/>
              <a:gd name="connsiteY4" fmla="*/ 3621052 h 4061619"/>
              <a:gd name="connsiteX5" fmla="*/ 4822700 w 7069253"/>
              <a:gd name="connsiteY5" fmla="*/ 3619861 h 4061619"/>
              <a:gd name="connsiteX6" fmla="*/ 4822701 w 7069253"/>
              <a:gd name="connsiteY6" fmla="*/ 1688705 h 4061619"/>
              <a:gd name="connsiteX7" fmla="*/ 0 w 7069253"/>
              <a:gd name="connsiteY7" fmla="*/ 1689895 h 4061619"/>
              <a:gd name="connsiteX8" fmla="*/ 1190 w 7069253"/>
              <a:gd name="connsiteY8" fmla="*/ 2382 h 4061619"/>
              <a:gd name="connsiteX0" fmla="*/ 1190 w 7069090"/>
              <a:gd name="connsiteY0" fmla="*/ 2382 h 4061619"/>
              <a:gd name="connsiteX1" fmla="*/ 7059482 w 7069090"/>
              <a:gd name="connsiteY1" fmla="*/ 0 h 4061619"/>
              <a:gd name="connsiteX2" fmla="*/ 7069007 w 7069090"/>
              <a:gd name="connsiteY2" fmla="*/ 4061619 h 4061619"/>
              <a:gd name="connsiteX3" fmla="*/ 6237958 w 7069090"/>
              <a:gd name="connsiteY3" fmla="*/ 4059237 h 4061619"/>
              <a:gd name="connsiteX4" fmla="*/ 6239148 w 7069090"/>
              <a:gd name="connsiteY4" fmla="*/ 3621052 h 4061619"/>
              <a:gd name="connsiteX5" fmla="*/ 4822700 w 7069090"/>
              <a:gd name="connsiteY5" fmla="*/ 3619861 h 4061619"/>
              <a:gd name="connsiteX6" fmla="*/ 4822701 w 7069090"/>
              <a:gd name="connsiteY6" fmla="*/ 1688705 h 4061619"/>
              <a:gd name="connsiteX7" fmla="*/ 0 w 7069090"/>
              <a:gd name="connsiteY7" fmla="*/ 1689895 h 4061619"/>
              <a:gd name="connsiteX8" fmla="*/ 1190 w 7069090"/>
              <a:gd name="connsiteY8" fmla="*/ 2382 h 4061619"/>
              <a:gd name="connsiteX0" fmla="*/ 1190 w 7070197"/>
              <a:gd name="connsiteY0" fmla="*/ 5954 h 4065191"/>
              <a:gd name="connsiteX1" fmla="*/ 7070197 w 7070197"/>
              <a:gd name="connsiteY1" fmla="*/ 0 h 4065191"/>
              <a:gd name="connsiteX2" fmla="*/ 7069007 w 7070197"/>
              <a:gd name="connsiteY2" fmla="*/ 4065191 h 4065191"/>
              <a:gd name="connsiteX3" fmla="*/ 6237958 w 7070197"/>
              <a:gd name="connsiteY3" fmla="*/ 4062809 h 4065191"/>
              <a:gd name="connsiteX4" fmla="*/ 6239148 w 7070197"/>
              <a:gd name="connsiteY4" fmla="*/ 3624624 h 4065191"/>
              <a:gd name="connsiteX5" fmla="*/ 4822700 w 7070197"/>
              <a:gd name="connsiteY5" fmla="*/ 3623433 h 4065191"/>
              <a:gd name="connsiteX6" fmla="*/ 4822701 w 7070197"/>
              <a:gd name="connsiteY6" fmla="*/ 1692277 h 4065191"/>
              <a:gd name="connsiteX7" fmla="*/ 0 w 7070197"/>
              <a:gd name="connsiteY7" fmla="*/ 1693467 h 4065191"/>
              <a:gd name="connsiteX8" fmla="*/ 1190 w 7070197"/>
              <a:gd name="connsiteY8" fmla="*/ 5954 h 4065191"/>
              <a:gd name="connsiteX0" fmla="*/ 1190 w 7071387"/>
              <a:gd name="connsiteY0" fmla="*/ 3573 h 4062810"/>
              <a:gd name="connsiteX1" fmla="*/ 7071387 w 7071387"/>
              <a:gd name="connsiteY1" fmla="*/ 0 h 4062810"/>
              <a:gd name="connsiteX2" fmla="*/ 7069007 w 7071387"/>
              <a:gd name="connsiteY2" fmla="*/ 4062810 h 4062810"/>
              <a:gd name="connsiteX3" fmla="*/ 6237958 w 7071387"/>
              <a:gd name="connsiteY3" fmla="*/ 4060428 h 4062810"/>
              <a:gd name="connsiteX4" fmla="*/ 6239148 w 7071387"/>
              <a:gd name="connsiteY4" fmla="*/ 3622243 h 4062810"/>
              <a:gd name="connsiteX5" fmla="*/ 4822700 w 7071387"/>
              <a:gd name="connsiteY5" fmla="*/ 3621052 h 4062810"/>
              <a:gd name="connsiteX6" fmla="*/ 4822701 w 7071387"/>
              <a:gd name="connsiteY6" fmla="*/ 1689896 h 4062810"/>
              <a:gd name="connsiteX7" fmla="*/ 0 w 7071387"/>
              <a:gd name="connsiteY7" fmla="*/ 1691086 h 4062810"/>
              <a:gd name="connsiteX8" fmla="*/ 1190 w 7071387"/>
              <a:gd name="connsiteY8" fmla="*/ 3573 h 4062810"/>
              <a:gd name="connsiteX0" fmla="*/ 1190 w 7071387"/>
              <a:gd name="connsiteY0" fmla="*/ 0 h 4059237"/>
              <a:gd name="connsiteX1" fmla="*/ 7071387 w 7071387"/>
              <a:gd name="connsiteY1" fmla="*/ 4762 h 4059237"/>
              <a:gd name="connsiteX2" fmla="*/ 7069007 w 7071387"/>
              <a:gd name="connsiteY2" fmla="*/ 4059237 h 4059237"/>
              <a:gd name="connsiteX3" fmla="*/ 6237958 w 7071387"/>
              <a:gd name="connsiteY3" fmla="*/ 4056855 h 4059237"/>
              <a:gd name="connsiteX4" fmla="*/ 6239148 w 7071387"/>
              <a:gd name="connsiteY4" fmla="*/ 3618670 h 4059237"/>
              <a:gd name="connsiteX5" fmla="*/ 4822700 w 7071387"/>
              <a:gd name="connsiteY5" fmla="*/ 3617479 h 4059237"/>
              <a:gd name="connsiteX6" fmla="*/ 4822701 w 7071387"/>
              <a:gd name="connsiteY6" fmla="*/ 1686323 h 4059237"/>
              <a:gd name="connsiteX7" fmla="*/ 0 w 7071387"/>
              <a:gd name="connsiteY7" fmla="*/ 1687513 h 4059237"/>
              <a:gd name="connsiteX8" fmla="*/ 1190 w 7071387"/>
              <a:gd name="connsiteY8" fmla="*/ 0 h 4059237"/>
              <a:gd name="connsiteX0" fmla="*/ 1190 w 7071387"/>
              <a:gd name="connsiteY0" fmla="*/ 1 h 4059238"/>
              <a:gd name="connsiteX1" fmla="*/ 7071387 w 7071387"/>
              <a:gd name="connsiteY1" fmla="*/ 0 h 4059238"/>
              <a:gd name="connsiteX2" fmla="*/ 7069007 w 7071387"/>
              <a:gd name="connsiteY2" fmla="*/ 4059238 h 4059238"/>
              <a:gd name="connsiteX3" fmla="*/ 6237958 w 7071387"/>
              <a:gd name="connsiteY3" fmla="*/ 4056856 h 4059238"/>
              <a:gd name="connsiteX4" fmla="*/ 6239148 w 7071387"/>
              <a:gd name="connsiteY4" fmla="*/ 3618671 h 4059238"/>
              <a:gd name="connsiteX5" fmla="*/ 4822700 w 7071387"/>
              <a:gd name="connsiteY5" fmla="*/ 3617480 h 4059238"/>
              <a:gd name="connsiteX6" fmla="*/ 4822701 w 7071387"/>
              <a:gd name="connsiteY6" fmla="*/ 1686324 h 4059238"/>
              <a:gd name="connsiteX7" fmla="*/ 0 w 7071387"/>
              <a:gd name="connsiteY7" fmla="*/ 1687514 h 4059238"/>
              <a:gd name="connsiteX8" fmla="*/ 1190 w 7071387"/>
              <a:gd name="connsiteY8" fmla="*/ 1 h 4059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1387" h="4059238">
                <a:moveTo>
                  <a:pt x="1190" y="1"/>
                </a:moveTo>
                <a:lnTo>
                  <a:pt x="7071387" y="0"/>
                </a:lnTo>
                <a:cubicBezTo>
                  <a:pt x="7070196" y="1353476"/>
                  <a:pt x="7070198" y="2705762"/>
                  <a:pt x="7069007" y="4059238"/>
                </a:cubicBezTo>
                <a:lnTo>
                  <a:pt x="6237958" y="4056856"/>
                </a:lnTo>
                <a:cubicBezTo>
                  <a:pt x="6238355" y="3910794"/>
                  <a:pt x="6238751" y="3764733"/>
                  <a:pt x="6239148" y="3618671"/>
                </a:cubicBezTo>
                <a:lnTo>
                  <a:pt x="4822700" y="3617480"/>
                </a:lnTo>
                <a:cubicBezTo>
                  <a:pt x="4822303" y="2973761"/>
                  <a:pt x="4823098" y="2330043"/>
                  <a:pt x="4822701" y="1686324"/>
                </a:cubicBezTo>
                <a:lnTo>
                  <a:pt x="0" y="1687514"/>
                </a:lnTo>
                <a:cubicBezTo>
                  <a:pt x="1984" y="1125010"/>
                  <a:pt x="-794" y="562505"/>
                  <a:pt x="1190" y="1"/>
                </a:cubicBezTo>
                <a:close/>
              </a:path>
            </a:pathLst>
          </a:custGeom>
          <a:solidFill>
            <a:schemeClr val="bg1">
              <a:lumMod val="85000"/>
            </a:schemeClr>
          </a:solidFill>
          <a:ln w="19050">
            <a:noFill/>
            <a:miter lim="800000"/>
          </a:ln>
        </p:spPr>
        <p:txBody>
          <a:bodyPr wrap="square">
            <a:noAutofit/>
          </a:bodyPr>
          <a:lstStyle>
            <a:lvl1pPr>
              <a:defRPr sz="1697"/>
            </a:lvl1pPr>
          </a:lstStyle>
          <a:p>
            <a:r>
              <a:rPr lang="en-GB"/>
              <a:t>Add picture</a:t>
            </a:r>
            <a:endParaRPr lang="ar-SA"/>
          </a:p>
        </p:txBody>
      </p:sp>
      <p:sp>
        <p:nvSpPr>
          <p:cNvPr id="62" name="Picture Placeholder 65">
            <a:extLst>
              <a:ext uri="{FF2B5EF4-FFF2-40B4-BE49-F238E27FC236}">
                <a16:creationId xmlns:a16="http://schemas.microsoft.com/office/drawing/2014/main" id="{20DA749F-EC0C-795A-219D-5489435012C1}"/>
              </a:ext>
            </a:extLst>
          </p:cNvPr>
          <p:cNvSpPr>
            <a:spLocks noGrp="1"/>
          </p:cNvSpPr>
          <p:nvPr>
            <p:ph type="pic" sz="quarter" idx="15" hasCustomPrompt="1"/>
          </p:nvPr>
        </p:nvSpPr>
        <p:spPr>
          <a:xfrm>
            <a:off x="28864687" y="17318737"/>
            <a:ext cx="9954106" cy="11702022"/>
          </a:xfrm>
          <a:solidFill>
            <a:schemeClr val="bg1">
              <a:lumMod val="85000"/>
            </a:schemeClr>
          </a:solidFill>
          <a:ln w="19050">
            <a:solidFill>
              <a:schemeClr val="tx1"/>
            </a:solidFill>
            <a:miter lim="800000"/>
          </a:ln>
        </p:spPr>
        <p:txBody>
          <a:bodyPr/>
          <a:lstStyle>
            <a:lvl1pPr>
              <a:defRPr sz="1697"/>
            </a:lvl1pPr>
          </a:lstStyle>
          <a:p>
            <a:r>
              <a:rPr lang="en-GB"/>
              <a:t>Add picture</a:t>
            </a:r>
            <a:endParaRPr lang="ar-SA"/>
          </a:p>
        </p:txBody>
      </p:sp>
      <p:sp>
        <p:nvSpPr>
          <p:cNvPr id="69" name="Picture Placeholder 68">
            <a:extLst>
              <a:ext uri="{FF2B5EF4-FFF2-40B4-BE49-F238E27FC236}">
                <a16:creationId xmlns:a16="http://schemas.microsoft.com/office/drawing/2014/main" id="{4A844F91-DBF2-D10E-5D76-806ABDF52627}"/>
              </a:ext>
            </a:extLst>
          </p:cNvPr>
          <p:cNvSpPr>
            <a:spLocks noGrp="1"/>
          </p:cNvSpPr>
          <p:nvPr>
            <p:ph type="pic" sz="quarter" idx="16" hasCustomPrompt="1"/>
          </p:nvPr>
        </p:nvSpPr>
        <p:spPr>
          <a:xfrm>
            <a:off x="1032487" y="14959565"/>
            <a:ext cx="15863298" cy="14001633"/>
          </a:xfrm>
          <a:custGeom>
            <a:avLst/>
            <a:gdLst>
              <a:gd name="connsiteX0" fmla="*/ 0 w 4530724"/>
              <a:gd name="connsiteY0" fmla="*/ 0 h 3188990"/>
              <a:gd name="connsiteX1" fmla="*/ 1700213 w 4530724"/>
              <a:gd name="connsiteY1" fmla="*/ 0 h 3188990"/>
              <a:gd name="connsiteX2" fmla="*/ 1700213 w 4530724"/>
              <a:gd name="connsiteY2" fmla="*/ 1519091 h 3188990"/>
              <a:gd name="connsiteX3" fmla="*/ 4530724 w 4530724"/>
              <a:gd name="connsiteY3" fmla="*/ 1519091 h 3188990"/>
              <a:gd name="connsiteX4" fmla="*/ 4530724 w 4530724"/>
              <a:gd name="connsiteY4" fmla="*/ 3188990 h 3188990"/>
              <a:gd name="connsiteX5" fmla="*/ 0 w 4530724"/>
              <a:gd name="connsiteY5" fmla="*/ 3188990 h 3188990"/>
              <a:gd name="connsiteX0" fmla="*/ 0 w 4530724"/>
              <a:gd name="connsiteY0" fmla="*/ 0 h 3188990"/>
              <a:gd name="connsiteX1" fmla="*/ 1700213 w 4530724"/>
              <a:gd name="connsiteY1" fmla="*/ 0 h 3188990"/>
              <a:gd name="connsiteX2" fmla="*/ 1676336 w 4530724"/>
              <a:gd name="connsiteY2" fmla="*/ 1551450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700213 w 4530724"/>
              <a:gd name="connsiteY1" fmla="*/ 0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1198 h 3190188"/>
              <a:gd name="connsiteX1" fmla="*/ 1684692 w 4530724"/>
              <a:gd name="connsiteY1" fmla="*/ 0 h 3190188"/>
              <a:gd name="connsiteX2" fmla="*/ 1685887 w 4530724"/>
              <a:gd name="connsiteY2" fmla="*/ 1527480 h 3190188"/>
              <a:gd name="connsiteX3" fmla="*/ 4530724 w 4530724"/>
              <a:gd name="connsiteY3" fmla="*/ 1520289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7480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31075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02070 w 4530724"/>
              <a:gd name="connsiteY3" fmla="*/ 1563434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77530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71561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2397 h 3191387"/>
              <a:gd name="connsiteX1" fmla="*/ 1689468 w 4530724"/>
              <a:gd name="connsiteY1" fmla="*/ 0 h 3191387"/>
              <a:gd name="connsiteX2" fmla="*/ 1689468 w 4530724"/>
              <a:gd name="connsiteY2" fmla="*/ 1527481 h 3191387"/>
              <a:gd name="connsiteX3" fmla="*/ 4528335 w 4530724"/>
              <a:gd name="connsiteY3" fmla="*/ 1529877 h 3191387"/>
              <a:gd name="connsiteX4" fmla="*/ 4530724 w 4530724"/>
              <a:gd name="connsiteY4" fmla="*/ 3191387 h 3191387"/>
              <a:gd name="connsiteX5" fmla="*/ 0 w 4530724"/>
              <a:gd name="connsiteY5" fmla="*/ 3191387 h 3191387"/>
              <a:gd name="connsiteX6" fmla="*/ 0 w 4530724"/>
              <a:gd name="connsiteY6" fmla="*/ 2397 h 319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0724" h="3191387">
                <a:moveTo>
                  <a:pt x="0" y="2397"/>
                </a:moveTo>
                <a:lnTo>
                  <a:pt x="1689468" y="0"/>
                </a:lnTo>
                <a:cubicBezTo>
                  <a:pt x="1689866" y="508361"/>
                  <a:pt x="1689070" y="1019120"/>
                  <a:pt x="1689468" y="1527481"/>
                </a:cubicBezTo>
                <a:lnTo>
                  <a:pt x="4528335" y="1529877"/>
                </a:lnTo>
                <a:cubicBezTo>
                  <a:pt x="4529131" y="2083714"/>
                  <a:pt x="4529928" y="2637550"/>
                  <a:pt x="4530724" y="3191387"/>
                </a:cubicBezTo>
                <a:lnTo>
                  <a:pt x="0" y="3191387"/>
                </a:lnTo>
                <a:lnTo>
                  <a:pt x="0" y="2397"/>
                </a:lnTo>
                <a:close/>
              </a:path>
            </a:pathLst>
          </a:custGeom>
          <a:solidFill>
            <a:schemeClr val="bg1">
              <a:lumMod val="85000"/>
            </a:schemeClr>
          </a:solidFill>
          <a:ln w="19050">
            <a:noFill/>
            <a:miter lim="800000"/>
          </a:ln>
        </p:spPr>
        <p:txBody>
          <a:bodyPr wrap="square">
            <a:noAutofit/>
          </a:bodyPr>
          <a:lstStyle>
            <a:lvl1pPr>
              <a:defRPr sz="1697"/>
            </a:lvl1pPr>
          </a:lstStyle>
          <a:p>
            <a:r>
              <a:rPr lang="en-GB"/>
              <a:t>Add picture</a:t>
            </a:r>
            <a:endParaRPr lang="ar-SA"/>
          </a:p>
        </p:txBody>
      </p:sp>
    </p:spTree>
    <p:extLst>
      <p:ext uri="{BB962C8B-B14F-4D97-AF65-F5344CB8AC3E}">
        <p14:creationId xmlns:p14="http://schemas.microsoft.com/office/powerpoint/2010/main" val="31037025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Multi - COLOUR">
    <p:bg>
      <p:bgPr>
        <a:solidFill>
          <a:schemeClr val="accent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B25FBB-C00F-CF8C-3708-D2EABAD3FF97}"/>
              </a:ext>
            </a:extLst>
          </p:cNvPr>
          <p:cNvSpPr/>
          <p:nvPr userDrawn="1"/>
        </p:nvSpPr>
        <p:spPr>
          <a:xfrm>
            <a:off x="997652" y="14922761"/>
            <a:ext cx="15923217" cy="14078067"/>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
        <p:nvSpPr>
          <p:cNvPr id="5" name="Rectangle 4">
            <a:extLst>
              <a:ext uri="{FF2B5EF4-FFF2-40B4-BE49-F238E27FC236}">
                <a16:creationId xmlns:a16="http://schemas.microsoft.com/office/drawing/2014/main" id="{18E67034-3EA3-90F7-A6ED-AB1310128AE2}"/>
              </a:ext>
            </a:extLst>
          </p:cNvPr>
          <p:cNvSpPr/>
          <p:nvPr userDrawn="1"/>
        </p:nvSpPr>
        <p:spPr>
          <a:xfrm>
            <a:off x="16909723" y="1254470"/>
            <a:ext cx="24885258" cy="1801147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
        <p:nvSpPr>
          <p:cNvPr id="6" name="Picture Placeholder 60">
            <a:extLst>
              <a:ext uri="{FF2B5EF4-FFF2-40B4-BE49-F238E27FC236}">
                <a16:creationId xmlns:a16="http://schemas.microsoft.com/office/drawing/2014/main" id="{DE241736-9827-608D-E7D5-EA1D333B87A6}"/>
              </a:ext>
            </a:extLst>
          </p:cNvPr>
          <p:cNvSpPr>
            <a:spLocks noGrp="1"/>
          </p:cNvSpPr>
          <p:nvPr>
            <p:ph type="pic" sz="quarter" idx="10" hasCustomPrompt="1"/>
          </p:nvPr>
        </p:nvSpPr>
        <p:spPr>
          <a:xfrm>
            <a:off x="16943433" y="1304659"/>
            <a:ext cx="24826278" cy="17919845"/>
          </a:xfrm>
          <a:custGeom>
            <a:avLst/>
            <a:gdLst>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11985 w 7077341"/>
              <a:gd name="connsiteY5" fmla="*/ 3638911 h 4081859"/>
              <a:gd name="connsiteX6" fmla="*/ 4811985 w 7077341"/>
              <a:gd name="connsiteY6" fmla="*/ 1707754 h 4081859"/>
              <a:gd name="connsiteX7" fmla="*/ 0 w 7077341"/>
              <a:gd name="connsiteY7" fmla="*/ 1707754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79850 w 7077341"/>
              <a:gd name="connsiteY5" fmla="*/ 3635339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66754 w 7077341"/>
              <a:gd name="connsiteY6" fmla="*/ 1661320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39291 w 7077341"/>
              <a:gd name="connsiteY7" fmla="*/ 1674417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8334 w 7077341"/>
              <a:gd name="connsiteY7" fmla="*/ 1711326 h 4081859"/>
              <a:gd name="connsiteX8" fmla="*/ 0 w 7077341"/>
              <a:gd name="connsiteY8" fmla="*/ 0 h 4081859"/>
              <a:gd name="connsiteX0" fmla="*/ 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0 w 7069007"/>
              <a:gd name="connsiteY8" fmla="*/ 23813 h 4081859"/>
              <a:gd name="connsiteX0" fmla="*/ 5953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5953 w 7069007"/>
              <a:gd name="connsiteY8" fmla="*/ 23813 h 4081859"/>
              <a:gd name="connsiteX0" fmla="*/ 119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1190 w 7069007"/>
              <a:gd name="connsiteY8" fmla="*/ 23813 h 4081859"/>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3908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37958 w 7069007"/>
              <a:gd name="connsiteY3" fmla="*/ 4059237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7816"/>
              <a:gd name="connsiteY0" fmla="*/ 2382 h 4060428"/>
              <a:gd name="connsiteX1" fmla="*/ 7067816 w 7067816"/>
              <a:gd name="connsiteY1" fmla="*/ 0 h 4060428"/>
              <a:gd name="connsiteX2" fmla="*/ 7064244 w 7067816"/>
              <a:gd name="connsiteY2" fmla="*/ 4060428 h 4060428"/>
              <a:gd name="connsiteX3" fmla="*/ 6237958 w 7067816"/>
              <a:gd name="connsiteY3" fmla="*/ 4059237 h 4060428"/>
              <a:gd name="connsiteX4" fmla="*/ 6239148 w 7067816"/>
              <a:gd name="connsiteY4" fmla="*/ 3621052 h 4060428"/>
              <a:gd name="connsiteX5" fmla="*/ 4822700 w 7067816"/>
              <a:gd name="connsiteY5" fmla="*/ 3619861 h 4060428"/>
              <a:gd name="connsiteX6" fmla="*/ 4822701 w 7067816"/>
              <a:gd name="connsiteY6" fmla="*/ 1688705 h 4060428"/>
              <a:gd name="connsiteX7" fmla="*/ 0 w 7067816"/>
              <a:gd name="connsiteY7" fmla="*/ 1689895 h 4060428"/>
              <a:gd name="connsiteX8" fmla="*/ 1190 w 7067816"/>
              <a:gd name="connsiteY8" fmla="*/ 2382 h 4060428"/>
              <a:gd name="connsiteX0" fmla="*/ 1190 w 7069253"/>
              <a:gd name="connsiteY0" fmla="*/ 2382 h 4061619"/>
              <a:gd name="connsiteX1" fmla="*/ 7067816 w 7069253"/>
              <a:gd name="connsiteY1" fmla="*/ 0 h 4061619"/>
              <a:gd name="connsiteX2" fmla="*/ 7069007 w 7069253"/>
              <a:gd name="connsiteY2" fmla="*/ 4061619 h 4061619"/>
              <a:gd name="connsiteX3" fmla="*/ 6237958 w 7069253"/>
              <a:gd name="connsiteY3" fmla="*/ 4059237 h 4061619"/>
              <a:gd name="connsiteX4" fmla="*/ 6239148 w 7069253"/>
              <a:gd name="connsiteY4" fmla="*/ 3621052 h 4061619"/>
              <a:gd name="connsiteX5" fmla="*/ 4822700 w 7069253"/>
              <a:gd name="connsiteY5" fmla="*/ 3619861 h 4061619"/>
              <a:gd name="connsiteX6" fmla="*/ 4822701 w 7069253"/>
              <a:gd name="connsiteY6" fmla="*/ 1688705 h 4061619"/>
              <a:gd name="connsiteX7" fmla="*/ 0 w 7069253"/>
              <a:gd name="connsiteY7" fmla="*/ 1689895 h 4061619"/>
              <a:gd name="connsiteX8" fmla="*/ 1190 w 7069253"/>
              <a:gd name="connsiteY8" fmla="*/ 2382 h 4061619"/>
              <a:gd name="connsiteX0" fmla="*/ 1190 w 7069090"/>
              <a:gd name="connsiteY0" fmla="*/ 2382 h 4061619"/>
              <a:gd name="connsiteX1" fmla="*/ 7059482 w 7069090"/>
              <a:gd name="connsiteY1" fmla="*/ 0 h 4061619"/>
              <a:gd name="connsiteX2" fmla="*/ 7069007 w 7069090"/>
              <a:gd name="connsiteY2" fmla="*/ 4061619 h 4061619"/>
              <a:gd name="connsiteX3" fmla="*/ 6237958 w 7069090"/>
              <a:gd name="connsiteY3" fmla="*/ 4059237 h 4061619"/>
              <a:gd name="connsiteX4" fmla="*/ 6239148 w 7069090"/>
              <a:gd name="connsiteY4" fmla="*/ 3621052 h 4061619"/>
              <a:gd name="connsiteX5" fmla="*/ 4822700 w 7069090"/>
              <a:gd name="connsiteY5" fmla="*/ 3619861 h 4061619"/>
              <a:gd name="connsiteX6" fmla="*/ 4822701 w 7069090"/>
              <a:gd name="connsiteY6" fmla="*/ 1688705 h 4061619"/>
              <a:gd name="connsiteX7" fmla="*/ 0 w 7069090"/>
              <a:gd name="connsiteY7" fmla="*/ 1689895 h 4061619"/>
              <a:gd name="connsiteX8" fmla="*/ 1190 w 7069090"/>
              <a:gd name="connsiteY8" fmla="*/ 2382 h 4061619"/>
              <a:gd name="connsiteX0" fmla="*/ 1190 w 7070197"/>
              <a:gd name="connsiteY0" fmla="*/ 5954 h 4065191"/>
              <a:gd name="connsiteX1" fmla="*/ 7070197 w 7070197"/>
              <a:gd name="connsiteY1" fmla="*/ 0 h 4065191"/>
              <a:gd name="connsiteX2" fmla="*/ 7069007 w 7070197"/>
              <a:gd name="connsiteY2" fmla="*/ 4065191 h 4065191"/>
              <a:gd name="connsiteX3" fmla="*/ 6237958 w 7070197"/>
              <a:gd name="connsiteY3" fmla="*/ 4062809 h 4065191"/>
              <a:gd name="connsiteX4" fmla="*/ 6239148 w 7070197"/>
              <a:gd name="connsiteY4" fmla="*/ 3624624 h 4065191"/>
              <a:gd name="connsiteX5" fmla="*/ 4822700 w 7070197"/>
              <a:gd name="connsiteY5" fmla="*/ 3623433 h 4065191"/>
              <a:gd name="connsiteX6" fmla="*/ 4822701 w 7070197"/>
              <a:gd name="connsiteY6" fmla="*/ 1692277 h 4065191"/>
              <a:gd name="connsiteX7" fmla="*/ 0 w 7070197"/>
              <a:gd name="connsiteY7" fmla="*/ 1693467 h 4065191"/>
              <a:gd name="connsiteX8" fmla="*/ 1190 w 7070197"/>
              <a:gd name="connsiteY8" fmla="*/ 5954 h 4065191"/>
              <a:gd name="connsiteX0" fmla="*/ 1190 w 7071387"/>
              <a:gd name="connsiteY0" fmla="*/ 3573 h 4062810"/>
              <a:gd name="connsiteX1" fmla="*/ 7071387 w 7071387"/>
              <a:gd name="connsiteY1" fmla="*/ 0 h 4062810"/>
              <a:gd name="connsiteX2" fmla="*/ 7069007 w 7071387"/>
              <a:gd name="connsiteY2" fmla="*/ 4062810 h 4062810"/>
              <a:gd name="connsiteX3" fmla="*/ 6237958 w 7071387"/>
              <a:gd name="connsiteY3" fmla="*/ 4060428 h 4062810"/>
              <a:gd name="connsiteX4" fmla="*/ 6239148 w 7071387"/>
              <a:gd name="connsiteY4" fmla="*/ 3622243 h 4062810"/>
              <a:gd name="connsiteX5" fmla="*/ 4822700 w 7071387"/>
              <a:gd name="connsiteY5" fmla="*/ 3621052 h 4062810"/>
              <a:gd name="connsiteX6" fmla="*/ 4822701 w 7071387"/>
              <a:gd name="connsiteY6" fmla="*/ 1689896 h 4062810"/>
              <a:gd name="connsiteX7" fmla="*/ 0 w 7071387"/>
              <a:gd name="connsiteY7" fmla="*/ 1691086 h 4062810"/>
              <a:gd name="connsiteX8" fmla="*/ 1190 w 7071387"/>
              <a:gd name="connsiteY8" fmla="*/ 3573 h 4062810"/>
              <a:gd name="connsiteX0" fmla="*/ 1190 w 7071387"/>
              <a:gd name="connsiteY0" fmla="*/ 0 h 4059237"/>
              <a:gd name="connsiteX1" fmla="*/ 7071387 w 7071387"/>
              <a:gd name="connsiteY1" fmla="*/ 4762 h 4059237"/>
              <a:gd name="connsiteX2" fmla="*/ 7069007 w 7071387"/>
              <a:gd name="connsiteY2" fmla="*/ 4059237 h 4059237"/>
              <a:gd name="connsiteX3" fmla="*/ 6237958 w 7071387"/>
              <a:gd name="connsiteY3" fmla="*/ 4056855 h 4059237"/>
              <a:gd name="connsiteX4" fmla="*/ 6239148 w 7071387"/>
              <a:gd name="connsiteY4" fmla="*/ 3618670 h 4059237"/>
              <a:gd name="connsiteX5" fmla="*/ 4822700 w 7071387"/>
              <a:gd name="connsiteY5" fmla="*/ 3617479 h 4059237"/>
              <a:gd name="connsiteX6" fmla="*/ 4822701 w 7071387"/>
              <a:gd name="connsiteY6" fmla="*/ 1686323 h 4059237"/>
              <a:gd name="connsiteX7" fmla="*/ 0 w 7071387"/>
              <a:gd name="connsiteY7" fmla="*/ 1687513 h 4059237"/>
              <a:gd name="connsiteX8" fmla="*/ 1190 w 7071387"/>
              <a:gd name="connsiteY8" fmla="*/ 0 h 4059237"/>
              <a:gd name="connsiteX0" fmla="*/ 1190 w 7071387"/>
              <a:gd name="connsiteY0" fmla="*/ 1 h 4059238"/>
              <a:gd name="connsiteX1" fmla="*/ 7071387 w 7071387"/>
              <a:gd name="connsiteY1" fmla="*/ 0 h 4059238"/>
              <a:gd name="connsiteX2" fmla="*/ 7069007 w 7071387"/>
              <a:gd name="connsiteY2" fmla="*/ 4059238 h 4059238"/>
              <a:gd name="connsiteX3" fmla="*/ 6237958 w 7071387"/>
              <a:gd name="connsiteY3" fmla="*/ 4056856 h 4059238"/>
              <a:gd name="connsiteX4" fmla="*/ 6239148 w 7071387"/>
              <a:gd name="connsiteY4" fmla="*/ 3618671 h 4059238"/>
              <a:gd name="connsiteX5" fmla="*/ 4822700 w 7071387"/>
              <a:gd name="connsiteY5" fmla="*/ 3617480 h 4059238"/>
              <a:gd name="connsiteX6" fmla="*/ 4822701 w 7071387"/>
              <a:gd name="connsiteY6" fmla="*/ 1686324 h 4059238"/>
              <a:gd name="connsiteX7" fmla="*/ 0 w 7071387"/>
              <a:gd name="connsiteY7" fmla="*/ 1687514 h 4059238"/>
              <a:gd name="connsiteX8" fmla="*/ 1190 w 7071387"/>
              <a:gd name="connsiteY8" fmla="*/ 1 h 4059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1387" h="4059238">
                <a:moveTo>
                  <a:pt x="1190" y="1"/>
                </a:moveTo>
                <a:lnTo>
                  <a:pt x="7071387" y="0"/>
                </a:lnTo>
                <a:cubicBezTo>
                  <a:pt x="7070196" y="1353476"/>
                  <a:pt x="7070198" y="2705762"/>
                  <a:pt x="7069007" y="4059238"/>
                </a:cubicBezTo>
                <a:lnTo>
                  <a:pt x="6237958" y="4056856"/>
                </a:lnTo>
                <a:cubicBezTo>
                  <a:pt x="6238355" y="3910794"/>
                  <a:pt x="6238751" y="3764733"/>
                  <a:pt x="6239148" y="3618671"/>
                </a:cubicBezTo>
                <a:lnTo>
                  <a:pt x="4822700" y="3617480"/>
                </a:lnTo>
                <a:cubicBezTo>
                  <a:pt x="4822303" y="2973761"/>
                  <a:pt x="4823098" y="2330043"/>
                  <a:pt x="4822701" y="1686324"/>
                </a:cubicBezTo>
                <a:lnTo>
                  <a:pt x="0" y="1687514"/>
                </a:lnTo>
                <a:cubicBezTo>
                  <a:pt x="1984" y="1125010"/>
                  <a:pt x="-794" y="562505"/>
                  <a:pt x="1190" y="1"/>
                </a:cubicBezTo>
                <a:close/>
              </a:path>
            </a:pathLst>
          </a:custGeom>
          <a:solidFill>
            <a:schemeClr val="bg1">
              <a:lumMod val="85000"/>
            </a:schemeClr>
          </a:solidFill>
          <a:ln w="19050">
            <a:noFill/>
            <a:miter lim="800000"/>
          </a:ln>
        </p:spPr>
        <p:txBody>
          <a:bodyPr wrap="square">
            <a:noAutofit/>
          </a:bodyPr>
          <a:lstStyle>
            <a:lvl1pPr>
              <a:defRPr sz="1697"/>
            </a:lvl1pPr>
          </a:lstStyle>
          <a:p>
            <a:r>
              <a:rPr lang="en-GB"/>
              <a:t>Add picture</a:t>
            </a:r>
            <a:endParaRPr lang="ar-SA"/>
          </a:p>
        </p:txBody>
      </p:sp>
      <p:sp>
        <p:nvSpPr>
          <p:cNvPr id="9" name="Picture Placeholder 68">
            <a:extLst>
              <a:ext uri="{FF2B5EF4-FFF2-40B4-BE49-F238E27FC236}">
                <a16:creationId xmlns:a16="http://schemas.microsoft.com/office/drawing/2014/main" id="{BFF81B62-79D4-C0DC-7FBE-4C6176269E7F}"/>
              </a:ext>
            </a:extLst>
          </p:cNvPr>
          <p:cNvSpPr>
            <a:spLocks noGrp="1"/>
          </p:cNvSpPr>
          <p:nvPr>
            <p:ph type="pic" sz="quarter" idx="16" hasCustomPrompt="1"/>
          </p:nvPr>
        </p:nvSpPr>
        <p:spPr>
          <a:xfrm>
            <a:off x="1032487" y="14959565"/>
            <a:ext cx="15863298" cy="14001633"/>
          </a:xfrm>
          <a:custGeom>
            <a:avLst/>
            <a:gdLst>
              <a:gd name="connsiteX0" fmla="*/ 0 w 4530724"/>
              <a:gd name="connsiteY0" fmla="*/ 0 h 3188990"/>
              <a:gd name="connsiteX1" fmla="*/ 1700213 w 4530724"/>
              <a:gd name="connsiteY1" fmla="*/ 0 h 3188990"/>
              <a:gd name="connsiteX2" fmla="*/ 1700213 w 4530724"/>
              <a:gd name="connsiteY2" fmla="*/ 1519091 h 3188990"/>
              <a:gd name="connsiteX3" fmla="*/ 4530724 w 4530724"/>
              <a:gd name="connsiteY3" fmla="*/ 1519091 h 3188990"/>
              <a:gd name="connsiteX4" fmla="*/ 4530724 w 4530724"/>
              <a:gd name="connsiteY4" fmla="*/ 3188990 h 3188990"/>
              <a:gd name="connsiteX5" fmla="*/ 0 w 4530724"/>
              <a:gd name="connsiteY5" fmla="*/ 3188990 h 3188990"/>
              <a:gd name="connsiteX0" fmla="*/ 0 w 4530724"/>
              <a:gd name="connsiteY0" fmla="*/ 0 h 3188990"/>
              <a:gd name="connsiteX1" fmla="*/ 1700213 w 4530724"/>
              <a:gd name="connsiteY1" fmla="*/ 0 h 3188990"/>
              <a:gd name="connsiteX2" fmla="*/ 1676336 w 4530724"/>
              <a:gd name="connsiteY2" fmla="*/ 1551450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700213 w 4530724"/>
              <a:gd name="connsiteY1" fmla="*/ 0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1198 h 3190188"/>
              <a:gd name="connsiteX1" fmla="*/ 1684692 w 4530724"/>
              <a:gd name="connsiteY1" fmla="*/ 0 h 3190188"/>
              <a:gd name="connsiteX2" fmla="*/ 1685887 w 4530724"/>
              <a:gd name="connsiteY2" fmla="*/ 1527480 h 3190188"/>
              <a:gd name="connsiteX3" fmla="*/ 4530724 w 4530724"/>
              <a:gd name="connsiteY3" fmla="*/ 1520289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7480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31075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02070 w 4530724"/>
              <a:gd name="connsiteY3" fmla="*/ 1563434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77530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71561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2397 h 3191387"/>
              <a:gd name="connsiteX1" fmla="*/ 1689468 w 4530724"/>
              <a:gd name="connsiteY1" fmla="*/ 0 h 3191387"/>
              <a:gd name="connsiteX2" fmla="*/ 1689468 w 4530724"/>
              <a:gd name="connsiteY2" fmla="*/ 1527481 h 3191387"/>
              <a:gd name="connsiteX3" fmla="*/ 4528335 w 4530724"/>
              <a:gd name="connsiteY3" fmla="*/ 1529877 h 3191387"/>
              <a:gd name="connsiteX4" fmla="*/ 4530724 w 4530724"/>
              <a:gd name="connsiteY4" fmla="*/ 3191387 h 3191387"/>
              <a:gd name="connsiteX5" fmla="*/ 0 w 4530724"/>
              <a:gd name="connsiteY5" fmla="*/ 3191387 h 3191387"/>
              <a:gd name="connsiteX6" fmla="*/ 0 w 4530724"/>
              <a:gd name="connsiteY6" fmla="*/ 2397 h 319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0724" h="3191387">
                <a:moveTo>
                  <a:pt x="0" y="2397"/>
                </a:moveTo>
                <a:lnTo>
                  <a:pt x="1689468" y="0"/>
                </a:lnTo>
                <a:cubicBezTo>
                  <a:pt x="1689866" y="508361"/>
                  <a:pt x="1689070" y="1019120"/>
                  <a:pt x="1689468" y="1527481"/>
                </a:cubicBezTo>
                <a:lnTo>
                  <a:pt x="4528335" y="1529877"/>
                </a:lnTo>
                <a:cubicBezTo>
                  <a:pt x="4529131" y="2083714"/>
                  <a:pt x="4529928" y="2637550"/>
                  <a:pt x="4530724" y="3191387"/>
                </a:cubicBezTo>
                <a:lnTo>
                  <a:pt x="0" y="3191387"/>
                </a:lnTo>
                <a:lnTo>
                  <a:pt x="0" y="2397"/>
                </a:lnTo>
                <a:close/>
              </a:path>
            </a:pathLst>
          </a:custGeom>
          <a:solidFill>
            <a:schemeClr val="bg1">
              <a:lumMod val="85000"/>
            </a:schemeClr>
          </a:solidFill>
          <a:ln w="19050">
            <a:noFill/>
            <a:miter lim="800000"/>
          </a:ln>
        </p:spPr>
        <p:txBody>
          <a:bodyPr wrap="square">
            <a:noAutofit/>
          </a:bodyPr>
          <a:lstStyle>
            <a:lvl1pPr>
              <a:defRPr sz="1697"/>
            </a:lvl1pPr>
          </a:lstStyle>
          <a:p>
            <a:r>
              <a:rPr lang="en-GB"/>
              <a:t>Add picture</a:t>
            </a:r>
            <a:endParaRPr lang="ar-SA"/>
          </a:p>
        </p:txBody>
      </p:sp>
      <p:sp>
        <p:nvSpPr>
          <p:cNvPr id="7" name="Rectangle 6">
            <a:extLst>
              <a:ext uri="{FF2B5EF4-FFF2-40B4-BE49-F238E27FC236}">
                <a16:creationId xmlns:a16="http://schemas.microsoft.com/office/drawing/2014/main" id="{287FD12B-4DF0-18D6-1F3C-10055179B50D}"/>
              </a:ext>
            </a:extLst>
          </p:cNvPr>
          <p:cNvSpPr/>
          <p:nvPr userDrawn="1"/>
        </p:nvSpPr>
        <p:spPr>
          <a:xfrm>
            <a:off x="6972340" y="8793480"/>
            <a:ext cx="26869392" cy="12828956"/>
          </a:xfrm>
          <a:prstGeom prst="rect">
            <a:avLst/>
          </a:prstGeom>
          <a:solidFill>
            <a:schemeClr val="accent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8" name="Rectangle 7">
            <a:extLst>
              <a:ext uri="{FF2B5EF4-FFF2-40B4-BE49-F238E27FC236}">
                <a16:creationId xmlns:a16="http://schemas.microsoft.com/office/drawing/2014/main" id="{206A9A88-330A-1D1B-7639-29F93FEA9B15}"/>
              </a:ext>
            </a:extLst>
          </p:cNvPr>
          <p:cNvSpPr/>
          <p:nvPr userDrawn="1"/>
        </p:nvSpPr>
        <p:spPr>
          <a:xfrm>
            <a:off x="16920865" y="21628921"/>
            <a:ext cx="2992917"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7964404" y="8786994"/>
            <a:ext cx="20900271" cy="7533045"/>
          </a:xfrm>
        </p:spPr>
        <p:txBody>
          <a:bodyPr anchor="ctr" anchorCtr="0"/>
          <a:lstStyle>
            <a:lvl1pPr algn="l">
              <a:defRPr sz="6786">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7964404" y="16320045"/>
            <a:ext cx="19908209" cy="5287055"/>
          </a:xfrm>
        </p:spPr>
        <p:txBody>
          <a:bodyPr anchor="ctr" anchorCtr="0"/>
          <a:lstStyle>
            <a:lvl1pPr marL="0" indent="0" algn="l">
              <a:spcAft>
                <a:spcPts val="0"/>
              </a:spcAft>
              <a:buNone/>
              <a:defRPr sz="2262">
                <a:solidFill>
                  <a:schemeClr val="bg1"/>
                </a:solidFill>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sp>
        <p:nvSpPr>
          <p:cNvPr id="50" name="Rectangle 49">
            <a:extLst>
              <a:ext uri="{FF2B5EF4-FFF2-40B4-BE49-F238E27FC236}">
                <a16:creationId xmlns:a16="http://schemas.microsoft.com/office/drawing/2014/main" id="{B3BF3560-3CD1-0B64-03EA-D256199991D0}"/>
              </a:ext>
            </a:extLst>
          </p:cNvPr>
          <p:cNvSpPr/>
          <p:nvPr userDrawn="1"/>
        </p:nvSpPr>
        <p:spPr>
          <a:xfrm>
            <a:off x="19913787" y="21628921"/>
            <a:ext cx="2976199"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1" name="Rectangle 50">
            <a:extLst>
              <a:ext uri="{FF2B5EF4-FFF2-40B4-BE49-F238E27FC236}">
                <a16:creationId xmlns:a16="http://schemas.microsoft.com/office/drawing/2014/main" id="{3170E404-5E3C-3FBF-484E-C38B7B8B1201}"/>
              </a:ext>
            </a:extLst>
          </p:cNvPr>
          <p:cNvSpPr/>
          <p:nvPr userDrawn="1"/>
        </p:nvSpPr>
        <p:spPr>
          <a:xfrm>
            <a:off x="22901130" y="21628921"/>
            <a:ext cx="2987347"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2" name="Rectangle 51">
            <a:extLst>
              <a:ext uri="{FF2B5EF4-FFF2-40B4-BE49-F238E27FC236}">
                <a16:creationId xmlns:a16="http://schemas.microsoft.com/office/drawing/2014/main" id="{1A999DE3-E86C-A102-47F6-4FACE3E8D029}"/>
              </a:ext>
            </a:extLst>
          </p:cNvPr>
          <p:cNvSpPr/>
          <p:nvPr userDrawn="1"/>
        </p:nvSpPr>
        <p:spPr>
          <a:xfrm>
            <a:off x="25888478" y="21628921"/>
            <a:ext cx="2987347"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6" name="Rectangle 55">
            <a:extLst>
              <a:ext uri="{FF2B5EF4-FFF2-40B4-BE49-F238E27FC236}">
                <a16:creationId xmlns:a16="http://schemas.microsoft.com/office/drawing/2014/main" id="{C9233BE1-3AEE-3BAE-81BA-7A0BC2CE4544}"/>
              </a:ext>
            </a:extLst>
          </p:cNvPr>
          <p:cNvSpPr/>
          <p:nvPr userDrawn="1"/>
        </p:nvSpPr>
        <p:spPr>
          <a:xfrm>
            <a:off x="38818783" y="21607097"/>
            <a:ext cx="2976199"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7" name="Rectangle 66">
            <a:extLst>
              <a:ext uri="{FF2B5EF4-FFF2-40B4-BE49-F238E27FC236}">
                <a16:creationId xmlns:a16="http://schemas.microsoft.com/office/drawing/2014/main" id="{11F208DE-5B9E-F53C-1FF3-5BB6E64F20AD}"/>
              </a:ext>
            </a:extLst>
          </p:cNvPr>
          <p:cNvSpPr/>
          <p:nvPr userDrawn="1"/>
        </p:nvSpPr>
        <p:spPr>
          <a:xfrm>
            <a:off x="38818775" y="19272417"/>
            <a:ext cx="2976203"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2" name="Picture Placeholder 65">
            <a:extLst>
              <a:ext uri="{FF2B5EF4-FFF2-40B4-BE49-F238E27FC236}">
                <a16:creationId xmlns:a16="http://schemas.microsoft.com/office/drawing/2014/main" id="{20DA749F-EC0C-795A-219D-5489435012C1}"/>
              </a:ext>
            </a:extLst>
          </p:cNvPr>
          <p:cNvSpPr>
            <a:spLocks noGrp="1"/>
          </p:cNvSpPr>
          <p:nvPr>
            <p:ph type="pic" sz="quarter" idx="15" hasCustomPrompt="1"/>
          </p:nvPr>
        </p:nvSpPr>
        <p:spPr>
          <a:xfrm>
            <a:off x="28864687" y="17318737"/>
            <a:ext cx="9954106" cy="11702022"/>
          </a:xfrm>
          <a:solidFill>
            <a:schemeClr val="bg1">
              <a:lumMod val="85000"/>
            </a:schemeClr>
          </a:solidFill>
          <a:ln w="19050">
            <a:solidFill>
              <a:schemeClr val="bg1"/>
            </a:solidFill>
            <a:miter lim="800000"/>
          </a:ln>
        </p:spPr>
        <p:txBody>
          <a:bodyPr/>
          <a:lstStyle>
            <a:lvl1pPr>
              <a:defRPr sz="1697"/>
            </a:lvl1pPr>
          </a:lstStyle>
          <a:p>
            <a:r>
              <a:rPr lang="en-GB"/>
              <a:t>Add picture</a:t>
            </a:r>
            <a:endParaRPr lang="ar-SA"/>
          </a:p>
        </p:txBody>
      </p:sp>
      <p:grpSp>
        <p:nvGrpSpPr>
          <p:cNvPr id="19" name="Group 18">
            <a:extLst>
              <a:ext uri="{FF2B5EF4-FFF2-40B4-BE49-F238E27FC236}">
                <a16:creationId xmlns:a16="http://schemas.microsoft.com/office/drawing/2014/main" id="{43A31D33-9384-4E2D-EAD5-21D86D1EEE05}"/>
              </a:ext>
            </a:extLst>
          </p:cNvPr>
          <p:cNvGrpSpPr>
            <a:grpSpLocks noChangeAspect="1"/>
          </p:cNvGrpSpPr>
          <p:nvPr userDrawn="1"/>
        </p:nvGrpSpPr>
        <p:grpSpPr>
          <a:xfrm>
            <a:off x="1003219" y="1248096"/>
            <a:ext cx="5974689" cy="7538900"/>
            <a:chOff x="2857500" y="180976"/>
            <a:chExt cx="5924550" cy="5945187"/>
          </a:xfrm>
        </p:grpSpPr>
        <p:sp>
          <p:nvSpPr>
            <p:cNvPr id="20" name="Rectangle 5">
              <a:extLst>
                <a:ext uri="{FF2B5EF4-FFF2-40B4-BE49-F238E27FC236}">
                  <a16:creationId xmlns:a16="http://schemas.microsoft.com/office/drawing/2014/main" id="{8C68E4B3-516A-992A-5574-25DE5B73FEA0}"/>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21" name="Freeform 7">
              <a:extLst>
                <a:ext uri="{FF2B5EF4-FFF2-40B4-BE49-F238E27FC236}">
                  <a16:creationId xmlns:a16="http://schemas.microsoft.com/office/drawing/2014/main" id="{B80D9D1A-DDA0-54A5-DC51-5DC40D15C399}"/>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8">
              <a:extLst>
                <a:ext uri="{FF2B5EF4-FFF2-40B4-BE49-F238E27FC236}">
                  <a16:creationId xmlns:a16="http://schemas.microsoft.com/office/drawing/2014/main" id="{CB7FF693-B4FD-3F4A-48EA-4CAA3BD83055}"/>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9">
              <a:extLst>
                <a:ext uri="{FF2B5EF4-FFF2-40B4-BE49-F238E27FC236}">
                  <a16:creationId xmlns:a16="http://schemas.microsoft.com/office/drawing/2014/main" id="{90358FF5-C53F-3D22-81E5-D2F628F34850}"/>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10">
              <a:extLst>
                <a:ext uri="{FF2B5EF4-FFF2-40B4-BE49-F238E27FC236}">
                  <a16:creationId xmlns:a16="http://schemas.microsoft.com/office/drawing/2014/main" id="{5E24B0C0-4FF5-A420-3CBA-5FD588A547EF}"/>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Freeform 11">
              <a:extLst>
                <a:ext uri="{FF2B5EF4-FFF2-40B4-BE49-F238E27FC236}">
                  <a16:creationId xmlns:a16="http://schemas.microsoft.com/office/drawing/2014/main" id="{FCCB8514-9596-A5D7-D1C7-5463C954B77C}"/>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12">
              <a:extLst>
                <a:ext uri="{FF2B5EF4-FFF2-40B4-BE49-F238E27FC236}">
                  <a16:creationId xmlns:a16="http://schemas.microsoft.com/office/drawing/2014/main" id="{ED0BE09F-03CB-E771-ABFC-97C88CEC7855}"/>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Rectangle 13">
              <a:extLst>
                <a:ext uri="{FF2B5EF4-FFF2-40B4-BE49-F238E27FC236}">
                  <a16:creationId xmlns:a16="http://schemas.microsoft.com/office/drawing/2014/main" id="{F78E8B5B-12E5-FB51-E905-AFD4C1947710}"/>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14">
              <a:extLst>
                <a:ext uri="{FF2B5EF4-FFF2-40B4-BE49-F238E27FC236}">
                  <a16:creationId xmlns:a16="http://schemas.microsoft.com/office/drawing/2014/main" id="{70E6A720-B9E8-B87E-FCC4-E9F1AA31DE77}"/>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Freeform 15">
              <a:extLst>
                <a:ext uri="{FF2B5EF4-FFF2-40B4-BE49-F238E27FC236}">
                  <a16:creationId xmlns:a16="http://schemas.microsoft.com/office/drawing/2014/main" id="{D8446A1C-0118-83C0-8287-BA86C27351AD}"/>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0" name="Freeform 16">
              <a:extLst>
                <a:ext uri="{FF2B5EF4-FFF2-40B4-BE49-F238E27FC236}">
                  <a16:creationId xmlns:a16="http://schemas.microsoft.com/office/drawing/2014/main" id="{A26D4466-47A6-2CDB-FFDD-BA5B19768F5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1" name="Freeform 17">
              <a:extLst>
                <a:ext uri="{FF2B5EF4-FFF2-40B4-BE49-F238E27FC236}">
                  <a16:creationId xmlns:a16="http://schemas.microsoft.com/office/drawing/2014/main" id="{36ABF723-1941-4DA8-B4E2-CA85B6C6954B}"/>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18">
              <a:extLst>
                <a:ext uri="{FF2B5EF4-FFF2-40B4-BE49-F238E27FC236}">
                  <a16:creationId xmlns:a16="http://schemas.microsoft.com/office/drawing/2014/main" id="{682E5F58-4D38-D2FA-16C8-489F0C835477}"/>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19">
              <a:extLst>
                <a:ext uri="{FF2B5EF4-FFF2-40B4-BE49-F238E27FC236}">
                  <a16:creationId xmlns:a16="http://schemas.microsoft.com/office/drawing/2014/main" id="{BEE21306-8702-E8BF-B528-4FDBA071D5B1}"/>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20">
              <a:extLst>
                <a:ext uri="{FF2B5EF4-FFF2-40B4-BE49-F238E27FC236}">
                  <a16:creationId xmlns:a16="http://schemas.microsoft.com/office/drawing/2014/main" id="{5253B799-BDDD-1A10-2B2C-69F926ED1A9B}"/>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21">
              <a:extLst>
                <a:ext uri="{FF2B5EF4-FFF2-40B4-BE49-F238E27FC236}">
                  <a16:creationId xmlns:a16="http://schemas.microsoft.com/office/drawing/2014/main" id="{8DD022BB-3818-9B0A-D153-B7798F89579F}"/>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Rectangle 22">
              <a:extLst>
                <a:ext uri="{FF2B5EF4-FFF2-40B4-BE49-F238E27FC236}">
                  <a16:creationId xmlns:a16="http://schemas.microsoft.com/office/drawing/2014/main" id="{9AD3304C-B51C-72DA-6091-F4B055BEADFB}"/>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Freeform 23">
              <a:extLst>
                <a:ext uri="{FF2B5EF4-FFF2-40B4-BE49-F238E27FC236}">
                  <a16:creationId xmlns:a16="http://schemas.microsoft.com/office/drawing/2014/main" id="{D3735AC4-F848-254A-2F6C-8FCBE3A07800}"/>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24">
              <a:extLst>
                <a:ext uri="{FF2B5EF4-FFF2-40B4-BE49-F238E27FC236}">
                  <a16:creationId xmlns:a16="http://schemas.microsoft.com/office/drawing/2014/main" id="{F94D41D6-1AAB-DEAD-B1D9-076E286A789D}"/>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25">
              <a:extLst>
                <a:ext uri="{FF2B5EF4-FFF2-40B4-BE49-F238E27FC236}">
                  <a16:creationId xmlns:a16="http://schemas.microsoft.com/office/drawing/2014/main" id="{BC49CE07-B749-10E9-6900-8B5FBC207F74}"/>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Line 26">
              <a:extLst>
                <a:ext uri="{FF2B5EF4-FFF2-40B4-BE49-F238E27FC236}">
                  <a16:creationId xmlns:a16="http://schemas.microsoft.com/office/drawing/2014/main" id="{828E43C1-D45E-EF2A-4BF7-A07A45202E50}"/>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41" name="Line 27">
              <a:extLst>
                <a:ext uri="{FF2B5EF4-FFF2-40B4-BE49-F238E27FC236}">
                  <a16:creationId xmlns:a16="http://schemas.microsoft.com/office/drawing/2014/main" id="{F5A1262E-16B3-1C50-4EA8-857311BBB036}"/>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42" name="Line 29">
              <a:extLst>
                <a:ext uri="{FF2B5EF4-FFF2-40B4-BE49-F238E27FC236}">
                  <a16:creationId xmlns:a16="http://schemas.microsoft.com/office/drawing/2014/main" id="{FDF637F9-E845-EF40-7FD8-170680996741}"/>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Tree>
    <p:extLst>
      <p:ext uri="{BB962C8B-B14F-4D97-AF65-F5344CB8AC3E}">
        <p14:creationId xmlns:p14="http://schemas.microsoft.com/office/powerpoint/2010/main" val="276429862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Half">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72CBD82-E7B8-DE75-36CC-C3BEA07B4EED}"/>
              </a:ext>
            </a:extLst>
          </p:cNvPr>
          <p:cNvSpPr>
            <a:spLocks noGrp="1"/>
          </p:cNvSpPr>
          <p:nvPr>
            <p:ph type="pic" sz="quarter" idx="13" hasCustomPrompt="1"/>
          </p:nvPr>
        </p:nvSpPr>
        <p:spPr>
          <a:xfrm>
            <a:off x="1036666" y="1296543"/>
            <a:ext cx="25807651" cy="27664649"/>
          </a:xfrm>
          <a:solidFill>
            <a:schemeClr val="bg1">
              <a:lumMod val="85000"/>
            </a:schemeClr>
          </a:solidFill>
          <a:ln w="19050">
            <a:noFill/>
            <a:miter lim="800000"/>
          </a:ln>
        </p:spPr>
        <p:txBody>
          <a:bodyPr/>
          <a:lstStyle>
            <a:lvl1pPr>
              <a:defRPr sz="1697"/>
            </a:lvl1pPr>
          </a:lstStyle>
          <a:p>
            <a:r>
              <a:rPr lang="en-GB"/>
              <a:t>Add picture</a:t>
            </a:r>
            <a:endParaRPr lang="ar-SA"/>
          </a:p>
        </p:txBody>
      </p:sp>
      <p:sp>
        <p:nvSpPr>
          <p:cNvPr id="7" name="Rectangle 6">
            <a:extLst>
              <a:ext uri="{FF2B5EF4-FFF2-40B4-BE49-F238E27FC236}">
                <a16:creationId xmlns:a16="http://schemas.microsoft.com/office/drawing/2014/main" id="{287FD12B-4DF0-18D6-1F3C-10055179B50D}"/>
              </a:ext>
            </a:extLst>
          </p:cNvPr>
          <p:cNvSpPr/>
          <p:nvPr userDrawn="1"/>
        </p:nvSpPr>
        <p:spPr>
          <a:xfrm>
            <a:off x="26874977" y="8782964"/>
            <a:ext cx="14931158" cy="134627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8" name="Rectangle 7">
            <a:extLst>
              <a:ext uri="{FF2B5EF4-FFF2-40B4-BE49-F238E27FC236}">
                <a16:creationId xmlns:a16="http://schemas.microsoft.com/office/drawing/2014/main" id="{206A9A88-330A-1D1B-7639-29F93FEA9B15}"/>
              </a:ext>
            </a:extLst>
          </p:cNvPr>
          <p:cNvSpPr/>
          <p:nvPr userDrawn="1"/>
        </p:nvSpPr>
        <p:spPr>
          <a:xfrm>
            <a:off x="26874977" y="22245708"/>
            <a:ext cx="14931158" cy="67613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7872621" y="8772346"/>
            <a:ext cx="12941450" cy="13473357"/>
          </a:xfrm>
        </p:spPr>
        <p:txBody>
          <a:bodyPr anchor="ctr" anchorCtr="0"/>
          <a:lstStyle>
            <a:lvl1pPr algn="l">
              <a:defRPr sz="6786"/>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7872614" y="22245681"/>
            <a:ext cx="12941447" cy="6761389"/>
          </a:xfrm>
        </p:spPr>
        <p:txBody>
          <a:bodyPr anchor="ctr" anchorCtr="0"/>
          <a:lstStyle>
            <a:lvl1pPr marL="0" indent="0" algn="l">
              <a:spcAft>
                <a:spcPts val="0"/>
              </a:spcAft>
              <a:buNone/>
              <a:defRPr sz="2262">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grpSp>
        <p:nvGrpSpPr>
          <p:cNvPr id="4" name="Group 3">
            <a:extLst>
              <a:ext uri="{FF2B5EF4-FFF2-40B4-BE49-F238E27FC236}">
                <a16:creationId xmlns:a16="http://schemas.microsoft.com/office/drawing/2014/main" id="{C2042FD5-C414-8D27-8F32-C2466400DFE4}"/>
              </a:ext>
            </a:extLst>
          </p:cNvPr>
          <p:cNvGrpSpPr>
            <a:grpSpLocks noChangeAspect="1"/>
          </p:cNvGrpSpPr>
          <p:nvPr userDrawn="1"/>
        </p:nvGrpSpPr>
        <p:grpSpPr>
          <a:xfrm>
            <a:off x="35831440" y="1241487"/>
            <a:ext cx="5974689" cy="7538900"/>
            <a:chOff x="2857500" y="180976"/>
            <a:chExt cx="5924550" cy="5945187"/>
          </a:xfrm>
        </p:grpSpPr>
        <p:sp>
          <p:nvSpPr>
            <p:cNvPr id="5" name="Rectangle 5">
              <a:extLst>
                <a:ext uri="{FF2B5EF4-FFF2-40B4-BE49-F238E27FC236}">
                  <a16:creationId xmlns:a16="http://schemas.microsoft.com/office/drawing/2014/main" id="{7B091569-9213-9846-BF4B-3A222E560072}"/>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6" name="Freeform 7">
              <a:extLst>
                <a:ext uri="{FF2B5EF4-FFF2-40B4-BE49-F238E27FC236}">
                  <a16:creationId xmlns:a16="http://schemas.microsoft.com/office/drawing/2014/main" id="{CA7DE344-2488-851C-0778-136460B6C621}"/>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9" name="Freeform 8">
              <a:extLst>
                <a:ext uri="{FF2B5EF4-FFF2-40B4-BE49-F238E27FC236}">
                  <a16:creationId xmlns:a16="http://schemas.microsoft.com/office/drawing/2014/main" id="{8E0A3F02-D4DF-632D-0178-CC9BAE62B7CA}"/>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1" name="Freeform 9">
              <a:extLst>
                <a:ext uri="{FF2B5EF4-FFF2-40B4-BE49-F238E27FC236}">
                  <a16:creationId xmlns:a16="http://schemas.microsoft.com/office/drawing/2014/main" id="{EF6D2AA8-0131-7ECB-03DD-4A8556CA03BD}"/>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2" name="Freeform 10">
              <a:extLst>
                <a:ext uri="{FF2B5EF4-FFF2-40B4-BE49-F238E27FC236}">
                  <a16:creationId xmlns:a16="http://schemas.microsoft.com/office/drawing/2014/main" id="{9D3E2C0D-1AAC-0EE0-7FA3-A56B8DB37A9C}"/>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3" name="Freeform 11">
              <a:extLst>
                <a:ext uri="{FF2B5EF4-FFF2-40B4-BE49-F238E27FC236}">
                  <a16:creationId xmlns:a16="http://schemas.microsoft.com/office/drawing/2014/main" id="{9E7B55ED-45EE-85E5-2256-E0AAA54EC531}"/>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4" name="Freeform 12">
              <a:extLst>
                <a:ext uri="{FF2B5EF4-FFF2-40B4-BE49-F238E27FC236}">
                  <a16:creationId xmlns:a16="http://schemas.microsoft.com/office/drawing/2014/main" id="{A8F8BB06-EA52-6700-25D6-6BE99CA3517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5" name="Rectangle 13">
              <a:extLst>
                <a:ext uri="{FF2B5EF4-FFF2-40B4-BE49-F238E27FC236}">
                  <a16:creationId xmlns:a16="http://schemas.microsoft.com/office/drawing/2014/main" id="{6618716F-B3BB-7C0B-AC52-468F62EBEBEB}"/>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6" name="Freeform 14">
              <a:extLst>
                <a:ext uri="{FF2B5EF4-FFF2-40B4-BE49-F238E27FC236}">
                  <a16:creationId xmlns:a16="http://schemas.microsoft.com/office/drawing/2014/main" id="{D582F564-170D-C826-5EC7-078DC9D2B05D}"/>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7" name="Freeform 15">
              <a:extLst>
                <a:ext uri="{FF2B5EF4-FFF2-40B4-BE49-F238E27FC236}">
                  <a16:creationId xmlns:a16="http://schemas.microsoft.com/office/drawing/2014/main" id="{9CCD3628-A781-131A-2EB0-7FE8699F53CD}"/>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8" name="Freeform 16">
              <a:extLst>
                <a:ext uri="{FF2B5EF4-FFF2-40B4-BE49-F238E27FC236}">
                  <a16:creationId xmlns:a16="http://schemas.microsoft.com/office/drawing/2014/main" id="{10D534C7-5A53-0908-A875-7D8928C54C1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3" name="Freeform 17">
              <a:extLst>
                <a:ext uri="{FF2B5EF4-FFF2-40B4-BE49-F238E27FC236}">
                  <a16:creationId xmlns:a16="http://schemas.microsoft.com/office/drawing/2014/main" id="{8D490915-C754-8DE8-7CBC-C50F044A865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4" name="Freeform 18">
              <a:extLst>
                <a:ext uri="{FF2B5EF4-FFF2-40B4-BE49-F238E27FC236}">
                  <a16:creationId xmlns:a16="http://schemas.microsoft.com/office/drawing/2014/main" id="{0813770D-5FE1-886F-5136-C342A87AD8F6}"/>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5" name="Freeform 19">
              <a:extLst>
                <a:ext uri="{FF2B5EF4-FFF2-40B4-BE49-F238E27FC236}">
                  <a16:creationId xmlns:a16="http://schemas.microsoft.com/office/drawing/2014/main" id="{E5F1E4BC-6875-C084-7F91-483D4EAC93C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6" name="Freeform 20">
              <a:extLst>
                <a:ext uri="{FF2B5EF4-FFF2-40B4-BE49-F238E27FC236}">
                  <a16:creationId xmlns:a16="http://schemas.microsoft.com/office/drawing/2014/main" id="{B212DA99-2B15-F72E-5AC6-D4A1878AD3D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7" name="Freeform 21">
              <a:extLst>
                <a:ext uri="{FF2B5EF4-FFF2-40B4-BE49-F238E27FC236}">
                  <a16:creationId xmlns:a16="http://schemas.microsoft.com/office/drawing/2014/main" id="{7CC4D8EF-DB38-16B2-CED9-DEC036B188E5}"/>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8" name="Rectangle 22">
              <a:extLst>
                <a:ext uri="{FF2B5EF4-FFF2-40B4-BE49-F238E27FC236}">
                  <a16:creationId xmlns:a16="http://schemas.microsoft.com/office/drawing/2014/main" id="{1FB709B0-4C3B-10EE-7D6A-D089F6C11FCE}"/>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9" name="Freeform 23">
              <a:extLst>
                <a:ext uri="{FF2B5EF4-FFF2-40B4-BE49-F238E27FC236}">
                  <a16:creationId xmlns:a16="http://schemas.microsoft.com/office/drawing/2014/main" id="{FE10D9A7-630D-1E79-5305-199CF29D3540}"/>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0" name="Freeform 24">
              <a:extLst>
                <a:ext uri="{FF2B5EF4-FFF2-40B4-BE49-F238E27FC236}">
                  <a16:creationId xmlns:a16="http://schemas.microsoft.com/office/drawing/2014/main" id="{6BD3A248-E334-77FD-BB9B-C856CE7BDCA9}"/>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1" name="Freeform 25">
              <a:extLst>
                <a:ext uri="{FF2B5EF4-FFF2-40B4-BE49-F238E27FC236}">
                  <a16:creationId xmlns:a16="http://schemas.microsoft.com/office/drawing/2014/main" id="{F2CC42E0-B179-8F3E-EA6E-B482B14D55EB}"/>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2" name="Line 26">
              <a:extLst>
                <a:ext uri="{FF2B5EF4-FFF2-40B4-BE49-F238E27FC236}">
                  <a16:creationId xmlns:a16="http://schemas.microsoft.com/office/drawing/2014/main" id="{653F573C-0E96-BFD1-EED8-054C28AEB10E}"/>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53" name="Line 27">
              <a:extLst>
                <a:ext uri="{FF2B5EF4-FFF2-40B4-BE49-F238E27FC236}">
                  <a16:creationId xmlns:a16="http://schemas.microsoft.com/office/drawing/2014/main" id="{5079949B-D618-B9F4-D279-7922C0148304}"/>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54" name="Line 29">
              <a:extLst>
                <a:ext uri="{FF2B5EF4-FFF2-40B4-BE49-F238E27FC236}">
                  <a16:creationId xmlns:a16="http://schemas.microsoft.com/office/drawing/2014/main" id="{3B61E0CA-1748-815D-0E8D-C8BAF9A499EA}"/>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19" name="Rectangle 18">
            <a:extLst>
              <a:ext uri="{FF2B5EF4-FFF2-40B4-BE49-F238E27FC236}">
                <a16:creationId xmlns:a16="http://schemas.microsoft.com/office/drawing/2014/main" id="{1E9D07EA-0A96-7823-29EF-F80CFEA6446B}"/>
              </a:ext>
            </a:extLst>
          </p:cNvPr>
          <p:cNvSpPr/>
          <p:nvPr userDrawn="1"/>
        </p:nvSpPr>
        <p:spPr>
          <a:xfrm>
            <a:off x="997646" y="1254467"/>
            <a:ext cx="25877267" cy="2775259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24665373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Half - COLOUR">
    <p:bg>
      <p:bgPr>
        <a:solidFill>
          <a:schemeClr val="accent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7FD12B-4DF0-18D6-1F3C-10055179B50D}"/>
              </a:ext>
            </a:extLst>
          </p:cNvPr>
          <p:cNvSpPr/>
          <p:nvPr userDrawn="1"/>
        </p:nvSpPr>
        <p:spPr>
          <a:xfrm>
            <a:off x="26874977" y="8782967"/>
            <a:ext cx="14931158" cy="1346393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8" name="Rectangle 7">
            <a:extLst>
              <a:ext uri="{FF2B5EF4-FFF2-40B4-BE49-F238E27FC236}">
                <a16:creationId xmlns:a16="http://schemas.microsoft.com/office/drawing/2014/main" id="{206A9A88-330A-1D1B-7639-29F93FEA9B15}"/>
              </a:ext>
            </a:extLst>
          </p:cNvPr>
          <p:cNvSpPr/>
          <p:nvPr userDrawn="1"/>
        </p:nvSpPr>
        <p:spPr>
          <a:xfrm>
            <a:off x="26874977" y="22249509"/>
            <a:ext cx="14931158" cy="6757579"/>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7872621" y="8772668"/>
            <a:ext cx="12941450" cy="13476844"/>
          </a:xfrm>
        </p:spPr>
        <p:txBody>
          <a:bodyPr anchor="ctr" anchorCtr="0"/>
          <a:lstStyle>
            <a:lvl1pPr algn="l">
              <a:defRPr sz="6786">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7872614" y="22246934"/>
            <a:ext cx="12941447" cy="6760144"/>
          </a:xfrm>
        </p:spPr>
        <p:txBody>
          <a:bodyPr anchor="ctr" anchorCtr="0"/>
          <a:lstStyle>
            <a:lvl1pPr marL="0" indent="0" algn="l">
              <a:spcAft>
                <a:spcPts val="0"/>
              </a:spcAft>
              <a:buNone/>
              <a:defRPr sz="2262">
                <a:solidFill>
                  <a:schemeClr val="bg1"/>
                </a:solidFill>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grpSp>
        <p:nvGrpSpPr>
          <p:cNvPr id="19" name="Group 18">
            <a:extLst>
              <a:ext uri="{FF2B5EF4-FFF2-40B4-BE49-F238E27FC236}">
                <a16:creationId xmlns:a16="http://schemas.microsoft.com/office/drawing/2014/main" id="{94A2BD06-93DB-D117-F431-52112EB5E8C2}"/>
              </a:ext>
            </a:extLst>
          </p:cNvPr>
          <p:cNvGrpSpPr>
            <a:grpSpLocks noChangeAspect="1"/>
          </p:cNvGrpSpPr>
          <p:nvPr userDrawn="1"/>
        </p:nvGrpSpPr>
        <p:grpSpPr>
          <a:xfrm>
            <a:off x="35831440" y="1241487"/>
            <a:ext cx="5974689" cy="7538900"/>
            <a:chOff x="2857500" y="180976"/>
            <a:chExt cx="5924550" cy="5945187"/>
          </a:xfrm>
        </p:grpSpPr>
        <p:sp>
          <p:nvSpPr>
            <p:cNvPr id="20" name="Rectangle 5">
              <a:extLst>
                <a:ext uri="{FF2B5EF4-FFF2-40B4-BE49-F238E27FC236}">
                  <a16:creationId xmlns:a16="http://schemas.microsoft.com/office/drawing/2014/main" id="{6305D62C-06B4-6D7A-F1BC-888F44DF383A}"/>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21" name="Freeform 7">
              <a:extLst>
                <a:ext uri="{FF2B5EF4-FFF2-40B4-BE49-F238E27FC236}">
                  <a16:creationId xmlns:a16="http://schemas.microsoft.com/office/drawing/2014/main" id="{C3A9EC2C-FB35-B93A-B233-434116783C1C}"/>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8">
              <a:extLst>
                <a:ext uri="{FF2B5EF4-FFF2-40B4-BE49-F238E27FC236}">
                  <a16:creationId xmlns:a16="http://schemas.microsoft.com/office/drawing/2014/main" id="{4A084881-4DA2-9959-FAB2-99D23458848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9">
              <a:extLst>
                <a:ext uri="{FF2B5EF4-FFF2-40B4-BE49-F238E27FC236}">
                  <a16:creationId xmlns:a16="http://schemas.microsoft.com/office/drawing/2014/main" id="{BD1B5F48-8793-301B-1A6B-95C486264071}"/>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10">
              <a:extLst>
                <a:ext uri="{FF2B5EF4-FFF2-40B4-BE49-F238E27FC236}">
                  <a16:creationId xmlns:a16="http://schemas.microsoft.com/office/drawing/2014/main" id="{5802D805-3226-62DC-E453-F3D13B7951B4}"/>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Freeform 11">
              <a:extLst>
                <a:ext uri="{FF2B5EF4-FFF2-40B4-BE49-F238E27FC236}">
                  <a16:creationId xmlns:a16="http://schemas.microsoft.com/office/drawing/2014/main" id="{23DAE9D5-9169-6531-F2CA-DFFF46D4D718}"/>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12">
              <a:extLst>
                <a:ext uri="{FF2B5EF4-FFF2-40B4-BE49-F238E27FC236}">
                  <a16:creationId xmlns:a16="http://schemas.microsoft.com/office/drawing/2014/main" id="{353A2D73-7929-C871-E8F7-ABCC7F2083C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Rectangle 13">
              <a:extLst>
                <a:ext uri="{FF2B5EF4-FFF2-40B4-BE49-F238E27FC236}">
                  <a16:creationId xmlns:a16="http://schemas.microsoft.com/office/drawing/2014/main" id="{5B13BA16-8AC8-5192-A079-C18FBB9121A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14">
              <a:extLst>
                <a:ext uri="{FF2B5EF4-FFF2-40B4-BE49-F238E27FC236}">
                  <a16:creationId xmlns:a16="http://schemas.microsoft.com/office/drawing/2014/main" id="{4E4B8F3E-F5C3-E760-1319-A9EF5D22677D}"/>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Freeform 15">
              <a:extLst>
                <a:ext uri="{FF2B5EF4-FFF2-40B4-BE49-F238E27FC236}">
                  <a16:creationId xmlns:a16="http://schemas.microsoft.com/office/drawing/2014/main" id="{4BC98BA8-3816-5BDA-59C5-2C3F5811D670}"/>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0" name="Freeform 16">
              <a:extLst>
                <a:ext uri="{FF2B5EF4-FFF2-40B4-BE49-F238E27FC236}">
                  <a16:creationId xmlns:a16="http://schemas.microsoft.com/office/drawing/2014/main" id="{5F51D7F2-A69B-1221-5E50-5372F89FDA2B}"/>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1" name="Freeform 17">
              <a:extLst>
                <a:ext uri="{FF2B5EF4-FFF2-40B4-BE49-F238E27FC236}">
                  <a16:creationId xmlns:a16="http://schemas.microsoft.com/office/drawing/2014/main" id="{B9815FA7-C5C8-BBD6-9CAE-59C9179969B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18">
              <a:extLst>
                <a:ext uri="{FF2B5EF4-FFF2-40B4-BE49-F238E27FC236}">
                  <a16:creationId xmlns:a16="http://schemas.microsoft.com/office/drawing/2014/main" id="{87FB24D3-444A-73B6-5A35-34A30E3BACDD}"/>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19">
              <a:extLst>
                <a:ext uri="{FF2B5EF4-FFF2-40B4-BE49-F238E27FC236}">
                  <a16:creationId xmlns:a16="http://schemas.microsoft.com/office/drawing/2014/main" id="{009B83B7-968D-FEDD-AB64-31BEC9209FA6}"/>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20">
              <a:extLst>
                <a:ext uri="{FF2B5EF4-FFF2-40B4-BE49-F238E27FC236}">
                  <a16:creationId xmlns:a16="http://schemas.microsoft.com/office/drawing/2014/main" id="{A78A2B9F-7E78-6746-B17A-78A345075E6B}"/>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21">
              <a:extLst>
                <a:ext uri="{FF2B5EF4-FFF2-40B4-BE49-F238E27FC236}">
                  <a16:creationId xmlns:a16="http://schemas.microsoft.com/office/drawing/2014/main" id="{E68494F9-9A3B-842E-9420-557B7EF2D527}"/>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Rectangle 22">
              <a:extLst>
                <a:ext uri="{FF2B5EF4-FFF2-40B4-BE49-F238E27FC236}">
                  <a16:creationId xmlns:a16="http://schemas.microsoft.com/office/drawing/2014/main" id="{35B42223-1B7E-8810-62E0-AB7F6C83F3FE}"/>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Freeform 23">
              <a:extLst>
                <a:ext uri="{FF2B5EF4-FFF2-40B4-BE49-F238E27FC236}">
                  <a16:creationId xmlns:a16="http://schemas.microsoft.com/office/drawing/2014/main" id="{AA2E8F45-845A-ED6B-72CB-B5C4ADE1E8AF}"/>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24">
              <a:extLst>
                <a:ext uri="{FF2B5EF4-FFF2-40B4-BE49-F238E27FC236}">
                  <a16:creationId xmlns:a16="http://schemas.microsoft.com/office/drawing/2014/main" id="{E25755D1-9E09-BDE3-AED9-52E6F5D16841}"/>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25">
              <a:extLst>
                <a:ext uri="{FF2B5EF4-FFF2-40B4-BE49-F238E27FC236}">
                  <a16:creationId xmlns:a16="http://schemas.microsoft.com/office/drawing/2014/main" id="{95C21CC1-3739-F36E-FD0E-9A4301A592C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Line 26">
              <a:extLst>
                <a:ext uri="{FF2B5EF4-FFF2-40B4-BE49-F238E27FC236}">
                  <a16:creationId xmlns:a16="http://schemas.microsoft.com/office/drawing/2014/main" id="{30BC496A-DB79-09CC-EBE2-5676A43662BA}"/>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41" name="Line 27">
              <a:extLst>
                <a:ext uri="{FF2B5EF4-FFF2-40B4-BE49-F238E27FC236}">
                  <a16:creationId xmlns:a16="http://schemas.microsoft.com/office/drawing/2014/main" id="{3F0D2738-C874-2759-7C60-7C9D0284C453}"/>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42" name="Line 29">
              <a:extLst>
                <a:ext uri="{FF2B5EF4-FFF2-40B4-BE49-F238E27FC236}">
                  <a16:creationId xmlns:a16="http://schemas.microsoft.com/office/drawing/2014/main" id="{C45E5239-D28C-1B8A-CB0F-1558660F493E}"/>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4" name="Picture Placeholder 9">
            <a:extLst>
              <a:ext uri="{FF2B5EF4-FFF2-40B4-BE49-F238E27FC236}">
                <a16:creationId xmlns:a16="http://schemas.microsoft.com/office/drawing/2014/main" id="{30198DD4-58B7-BD8E-AB84-BFE9C964801C}"/>
              </a:ext>
            </a:extLst>
          </p:cNvPr>
          <p:cNvSpPr>
            <a:spLocks noGrp="1"/>
          </p:cNvSpPr>
          <p:nvPr>
            <p:ph type="pic" sz="quarter" idx="13" hasCustomPrompt="1"/>
          </p:nvPr>
        </p:nvSpPr>
        <p:spPr>
          <a:xfrm>
            <a:off x="1036666" y="1296543"/>
            <a:ext cx="25807651" cy="27664649"/>
          </a:xfrm>
          <a:solidFill>
            <a:schemeClr val="bg1">
              <a:lumMod val="85000"/>
            </a:schemeClr>
          </a:solidFill>
          <a:ln w="19050">
            <a:noFill/>
            <a:miter lim="800000"/>
          </a:ln>
        </p:spPr>
        <p:txBody>
          <a:bodyPr/>
          <a:lstStyle>
            <a:lvl1pPr>
              <a:defRPr sz="1697"/>
            </a:lvl1pPr>
          </a:lstStyle>
          <a:p>
            <a:r>
              <a:rPr lang="en-GB"/>
              <a:t>Add picture</a:t>
            </a:r>
            <a:endParaRPr lang="ar-SA"/>
          </a:p>
        </p:txBody>
      </p:sp>
      <p:sp>
        <p:nvSpPr>
          <p:cNvPr id="5" name="Rectangle 4">
            <a:extLst>
              <a:ext uri="{FF2B5EF4-FFF2-40B4-BE49-F238E27FC236}">
                <a16:creationId xmlns:a16="http://schemas.microsoft.com/office/drawing/2014/main" id="{6679A47C-EFDB-E9EF-8A1C-B051C5278D4A}"/>
              </a:ext>
            </a:extLst>
          </p:cNvPr>
          <p:cNvSpPr/>
          <p:nvPr userDrawn="1"/>
        </p:nvSpPr>
        <p:spPr>
          <a:xfrm>
            <a:off x="997646" y="1254467"/>
            <a:ext cx="25877267" cy="27752595"/>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71427362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Half al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72CBD82-E7B8-DE75-36CC-C3BEA07B4EED}"/>
              </a:ext>
            </a:extLst>
          </p:cNvPr>
          <p:cNvSpPr>
            <a:spLocks noGrp="1"/>
          </p:cNvSpPr>
          <p:nvPr>
            <p:ph type="pic" sz="quarter" idx="13" hasCustomPrompt="1"/>
          </p:nvPr>
        </p:nvSpPr>
        <p:spPr>
          <a:xfrm>
            <a:off x="17951971" y="1301779"/>
            <a:ext cx="23823501" cy="25346719"/>
          </a:xfrm>
          <a:solidFill>
            <a:schemeClr val="bg1">
              <a:lumMod val="85000"/>
            </a:schemeClr>
          </a:solidFill>
          <a:ln w="19050">
            <a:noFill/>
            <a:miter lim="800000"/>
          </a:ln>
        </p:spPr>
        <p:txBody>
          <a:bodyPr/>
          <a:lstStyle>
            <a:lvl1pPr>
              <a:defRPr sz="1697"/>
            </a:lvl1pPr>
          </a:lstStyle>
          <a:p>
            <a:r>
              <a:rPr lang="en-GB"/>
              <a:t>Add picture</a:t>
            </a: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997652" y="11263196"/>
            <a:ext cx="15923217" cy="12268910"/>
          </a:xfrm>
        </p:spPr>
        <p:txBody>
          <a:bodyPr anchor="ctr" anchorCtr="0"/>
          <a:lstStyle>
            <a:lvl1pPr algn="l">
              <a:defRPr sz="6786"/>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997651" y="23532100"/>
            <a:ext cx="15923221" cy="5468684"/>
          </a:xfrm>
        </p:spPr>
        <p:txBody>
          <a:bodyPr anchor="ctr" anchorCtr="0"/>
          <a:lstStyle>
            <a:lvl1pPr marL="0" indent="0" algn="l">
              <a:spcAft>
                <a:spcPts val="0"/>
              </a:spcAft>
              <a:buNone/>
              <a:defRPr sz="2262">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grpSp>
        <p:nvGrpSpPr>
          <p:cNvPr id="19" name="Group 18">
            <a:extLst>
              <a:ext uri="{FF2B5EF4-FFF2-40B4-BE49-F238E27FC236}">
                <a16:creationId xmlns:a16="http://schemas.microsoft.com/office/drawing/2014/main" id="{0D53607D-CF05-AA8C-EFC7-25E3F1C22A87}"/>
              </a:ext>
            </a:extLst>
          </p:cNvPr>
          <p:cNvGrpSpPr>
            <a:grpSpLocks noChangeAspect="1"/>
          </p:cNvGrpSpPr>
          <p:nvPr userDrawn="1"/>
        </p:nvGrpSpPr>
        <p:grpSpPr>
          <a:xfrm>
            <a:off x="997653" y="1260313"/>
            <a:ext cx="5974689" cy="7538900"/>
            <a:chOff x="2857500" y="180976"/>
            <a:chExt cx="5924550" cy="5945187"/>
          </a:xfrm>
        </p:grpSpPr>
        <p:sp>
          <p:nvSpPr>
            <p:cNvPr id="20" name="Rectangle 5">
              <a:extLst>
                <a:ext uri="{FF2B5EF4-FFF2-40B4-BE49-F238E27FC236}">
                  <a16:creationId xmlns:a16="http://schemas.microsoft.com/office/drawing/2014/main" id="{C7A33C28-CD32-D1F9-24FF-74A11CEF4F79}"/>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21" name="Freeform 7">
              <a:extLst>
                <a:ext uri="{FF2B5EF4-FFF2-40B4-BE49-F238E27FC236}">
                  <a16:creationId xmlns:a16="http://schemas.microsoft.com/office/drawing/2014/main" id="{5A6CC8CA-7494-5997-F489-BB147F6C7CAC}"/>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8">
              <a:extLst>
                <a:ext uri="{FF2B5EF4-FFF2-40B4-BE49-F238E27FC236}">
                  <a16:creationId xmlns:a16="http://schemas.microsoft.com/office/drawing/2014/main" id="{27103BEA-485C-CBBB-1E19-C05C43FB442E}"/>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9">
              <a:extLst>
                <a:ext uri="{FF2B5EF4-FFF2-40B4-BE49-F238E27FC236}">
                  <a16:creationId xmlns:a16="http://schemas.microsoft.com/office/drawing/2014/main" id="{7A7F32AA-D009-9F2D-84EF-41B4F9F3C1F4}"/>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10">
              <a:extLst>
                <a:ext uri="{FF2B5EF4-FFF2-40B4-BE49-F238E27FC236}">
                  <a16:creationId xmlns:a16="http://schemas.microsoft.com/office/drawing/2014/main" id="{4522A8EE-48BD-BEB0-1CAD-990D7A2EBD97}"/>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Freeform 11">
              <a:extLst>
                <a:ext uri="{FF2B5EF4-FFF2-40B4-BE49-F238E27FC236}">
                  <a16:creationId xmlns:a16="http://schemas.microsoft.com/office/drawing/2014/main" id="{FA5DFAC6-07B5-6805-2CF8-B278CF939C97}"/>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12">
              <a:extLst>
                <a:ext uri="{FF2B5EF4-FFF2-40B4-BE49-F238E27FC236}">
                  <a16:creationId xmlns:a16="http://schemas.microsoft.com/office/drawing/2014/main" id="{5A308531-415D-7397-FBD1-322933ED66DA}"/>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Rectangle 26">
              <a:extLst>
                <a:ext uri="{FF2B5EF4-FFF2-40B4-BE49-F238E27FC236}">
                  <a16:creationId xmlns:a16="http://schemas.microsoft.com/office/drawing/2014/main" id="{3CB3D09A-1F1A-C59F-4161-16150708971D}"/>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14">
              <a:extLst>
                <a:ext uri="{FF2B5EF4-FFF2-40B4-BE49-F238E27FC236}">
                  <a16:creationId xmlns:a16="http://schemas.microsoft.com/office/drawing/2014/main" id="{A8D9B71C-0A95-7856-3730-7E8B48B6F411}"/>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Freeform 15">
              <a:extLst>
                <a:ext uri="{FF2B5EF4-FFF2-40B4-BE49-F238E27FC236}">
                  <a16:creationId xmlns:a16="http://schemas.microsoft.com/office/drawing/2014/main" id="{6A6ACDBB-BBA0-3ED5-7E54-5B0648B94F7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0" name="Freeform 16">
              <a:extLst>
                <a:ext uri="{FF2B5EF4-FFF2-40B4-BE49-F238E27FC236}">
                  <a16:creationId xmlns:a16="http://schemas.microsoft.com/office/drawing/2014/main" id="{F54D33DE-2724-294D-BDEB-2B333F613925}"/>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1" name="Freeform 17">
              <a:extLst>
                <a:ext uri="{FF2B5EF4-FFF2-40B4-BE49-F238E27FC236}">
                  <a16:creationId xmlns:a16="http://schemas.microsoft.com/office/drawing/2014/main" id="{9266EF39-1FA4-0EA6-8B54-212E6D10555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18">
              <a:extLst>
                <a:ext uri="{FF2B5EF4-FFF2-40B4-BE49-F238E27FC236}">
                  <a16:creationId xmlns:a16="http://schemas.microsoft.com/office/drawing/2014/main" id="{23B953F5-B394-5AF4-0DFE-7D1CD94D9C9F}"/>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19">
              <a:extLst>
                <a:ext uri="{FF2B5EF4-FFF2-40B4-BE49-F238E27FC236}">
                  <a16:creationId xmlns:a16="http://schemas.microsoft.com/office/drawing/2014/main" id="{31E8926B-8B0D-8B3C-F562-2E6172D294DF}"/>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20">
              <a:extLst>
                <a:ext uri="{FF2B5EF4-FFF2-40B4-BE49-F238E27FC236}">
                  <a16:creationId xmlns:a16="http://schemas.microsoft.com/office/drawing/2014/main" id="{349686AA-4100-A061-3331-B587DFCC3376}"/>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21">
              <a:extLst>
                <a:ext uri="{FF2B5EF4-FFF2-40B4-BE49-F238E27FC236}">
                  <a16:creationId xmlns:a16="http://schemas.microsoft.com/office/drawing/2014/main" id="{943D1568-129B-B5A4-29CF-FCDAC460F848}"/>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Rectangle 22">
              <a:extLst>
                <a:ext uri="{FF2B5EF4-FFF2-40B4-BE49-F238E27FC236}">
                  <a16:creationId xmlns:a16="http://schemas.microsoft.com/office/drawing/2014/main" id="{6E9FDF24-07EB-7660-FC00-CDDEE01C5723}"/>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Freeform 23">
              <a:extLst>
                <a:ext uri="{FF2B5EF4-FFF2-40B4-BE49-F238E27FC236}">
                  <a16:creationId xmlns:a16="http://schemas.microsoft.com/office/drawing/2014/main" id="{DF12D0F5-98D3-C471-A1F9-007EFA781D39}"/>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24">
              <a:extLst>
                <a:ext uri="{FF2B5EF4-FFF2-40B4-BE49-F238E27FC236}">
                  <a16:creationId xmlns:a16="http://schemas.microsoft.com/office/drawing/2014/main" id="{F31545C7-0A22-C25D-4878-A36E8BBE5614}"/>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25">
              <a:extLst>
                <a:ext uri="{FF2B5EF4-FFF2-40B4-BE49-F238E27FC236}">
                  <a16:creationId xmlns:a16="http://schemas.microsoft.com/office/drawing/2014/main" id="{EF67C8A6-9A5B-5DA5-1524-3D8951F4273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Line 26">
              <a:extLst>
                <a:ext uri="{FF2B5EF4-FFF2-40B4-BE49-F238E27FC236}">
                  <a16:creationId xmlns:a16="http://schemas.microsoft.com/office/drawing/2014/main" id="{7262A57B-B13B-D7A2-980D-5102665C943C}"/>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41" name="Line 27">
              <a:extLst>
                <a:ext uri="{FF2B5EF4-FFF2-40B4-BE49-F238E27FC236}">
                  <a16:creationId xmlns:a16="http://schemas.microsoft.com/office/drawing/2014/main" id="{2ED82FC7-52D0-40B1-D913-D44CC79A4CAB}"/>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42" name="Line 29">
              <a:extLst>
                <a:ext uri="{FF2B5EF4-FFF2-40B4-BE49-F238E27FC236}">
                  <a16:creationId xmlns:a16="http://schemas.microsoft.com/office/drawing/2014/main" id="{AC62C25E-1039-48D0-752D-CD70E8BC894C}"/>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55" name="Rectangle 54">
            <a:extLst>
              <a:ext uri="{FF2B5EF4-FFF2-40B4-BE49-F238E27FC236}">
                <a16:creationId xmlns:a16="http://schemas.microsoft.com/office/drawing/2014/main" id="{68C3A608-6BB4-4070-433D-B5ECAD131627}"/>
              </a:ext>
            </a:extLst>
          </p:cNvPr>
          <p:cNvSpPr/>
          <p:nvPr userDrawn="1"/>
        </p:nvSpPr>
        <p:spPr>
          <a:xfrm>
            <a:off x="17918503" y="26686078"/>
            <a:ext cx="2987347"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6" name="Rectangle 55">
            <a:extLst>
              <a:ext uri="{FF2B5EF4-FFF2-40B4-BE49-F238E27FC236}">
                <a16:creationId xmlns:a16="http://schemas.microsoft.com/office/drawing/2014/main" id="{88EB4AEC-2DC5-73CC-2588-AAE73B8F18CC}"/>
              </a:ext>
            </a:extLst>
          </p:cNvPr>
          <p:cNvSpPr/>
          <p:nvPr userDrawn="1"/>
        </p:nvSpPr>
        <p:spPr>
          <a:xfrm>
            <a:off x="20905854" y="26686078"/>
            <a:ext cx="2987338"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7" name="Rectangle 56">
            <a:extLst>
              <a:ext uri="{FF2B5EF4-FFF2-40B4-BE49-F238E27FC236}">
                <a16:creationId xmlns:a16="http://schemas.microsoft.com/office/drawing/2014/main" id="{BD02F2BD-1BD3-7ED7-1B20-A7678D431583}"/>
              </a:ext>
            </a:extLst>
          </p:cNvPr>
          <p:cNvSpPr/>
          <p:nvPr userDrawn="1"/>
        </p:nvSpPr>
        <p:spPr>
          <a:xfrm>
            <a:off x="23893191" y="26686078"/>
            <a:ext cx="2987337"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8" name="Rectangle 57">
            <a:extLst>
              <a:ext uri="{FF2B5EF4-FFF2-40B4-BE49-F238E27FC236}">
                <a16:creationId xmlns:a16="http://schemas.microsoft.com/office/drawing/2014/main" id="{624A7953-60B3-EAFE-D046-A27BD4E61D38}"/>
              </a:ext>
            </a:extLst>
          </p:cNvPr>
          <p:cNvSpPr/>
          <p:nvPr userDrawn="1"/>
        </p:nvSpPr>
        <p:spPr>
          <a:xfrm>
            <a:off x="26880525" y="26686078"/>
            <a:ext cx="2987338"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9" name="Rectangle 58">
            <a:extLst>
              <a:ext uri="{FF2B5EF4-FFF2-40B4-BE49-F238E27FC236}">
                <a16:creationId xmlns:a16="http://schemas.microsoft.com/office/drawing/2014/main" id="{38C9415E-5D04-793C-BB64-B44AA2FBD88E}"/>
              </a:ext>
            </a:extLst>
          </p:cNvPr>
          <p:cNvSpPr/>
          <p:nvPr userDrawn="1"/>
        </p:nvSpPr>
        <p:spPr>
          <a:xfrm>
            <a:off x="29867863" y="26686078"/>
            <a:ext cx="2981796"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0" name="Rectangle 59">
            <a:extLst>
              <a:ext uri="{FF2B5EF4-FFF2-40B4-BE49-F238E27FC236}">
                <a16:creationId xmlns:a16="http://schemas.microsoft.com/office/drawing/2014/main" id="{130974DD-1E62-FDB6-B4EB-38106932906A}"/>
              </a:ext>
            </a:extLst>
          </p:cNvPr>
          <p:cNvSpPr/>
          <p:nvPr userDrawn="1"/>
        </p:nvSpPr>
        <p:spPr>
          <a:xfrm>
            <a:off x="32849665" y="26686057"/>
            <a:ext cx="2976213"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1" name="Rectangle 60">
            <a:extLst>
              <a:ext uri="{FF2B5EF4-FFF2-40B4-BE49-F238E27FC236}">
                <a16:creationId xmlns:a16="http://schemas.microsoft.com/office/drawing/2014/main" id="{09083116-B1CE-9275-A5B1-82D877F5D9CB}"/>
              </a:ext>
            </a:extLst>
          </p:cNvPr>
          <p:cNvSpPr/>
          <p:nvPr userDrawn="1"/>
        </p:nvSpPr>
        <p:spPr>
          <a:xfrm>
            <a:off x="35831445" y="26686057"/>
            <a:ext cx="2987342"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2" name="Rectangle 61">
            <a:extLst>
              <a:ext uri="{FF2B5EF4-FFF2-40B4-BE49-F238E27FC236}">
                <a16:creationId xmlns:a16="http://schemas.microsoft.com/office/drawing/2014/main" id="{837CD795-F79B-674F-EBF8-F0E7B72588D1}"/>
              </a:ext>
            </a:extLst>
          </p:cNvPr>
          <p:cNvSpPr/>
          <p:nvPr userDrawn="1"/>
        </p:nvSpPr>
        <p:spPr>
          <a:xfrm>
            <a:off x="38818793" y="26686057"/>
            <a:ext cx="2987342" cy="233467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4" name="Rectangle 3">
            <a:extLst>
              <a:ext uri="{FF2B5EF4-FFF2-40B4-BE49-F238E27FC236}">
                <a16:creationId xmlns:a16="http://schemas.microsoft.com/office/drawing/2014/main" id="{CBDB2408-BCEA-FC91-F445-1F464C83829E}"/>
              </a:ext>
            </a:extLst>
          </p:cNvPr>
          <p:cNvSpPr/>
          <p:nvPr userDrawn="1"/>
        </p:nvSpPr>
        <p:spPr>
          <a:xfrm>
            <a:off x="17918506" y="1254472"/>
            <a:ext cx="23887620" cy="2543147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36286170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Half alt -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997652" y="11263196"/>
            <a:ext cx="15923217" cy="12268910"/>
          </a:xfrm>
        </p:spPr>
        <p:txBody>
          <a:bodyPr anchor="ctr" anchorCtr="0"/>
          <a:lstStyle>
            <a:lvl1pPr algn="l">
              <a:defRPr sz="6786">
                <a:solidFill>
                  <a:schemeClr val="bg1"/>
                </a:solidFill>
              </a:defRPr>
            </a:lvl1pPr>
          </a:lstStyle>
          <a:p>
            <a:r>
              <a:rPr lang="en-GB"/>
              <a:t>Click to edit Master title style</a:t>
            </a:r>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997651" y="23532107"/>
            <a:ext cx="15923221" cy="5480913"/>
          </a:xfrm>
        </p:spPr>
        <p:txBody>
          <a:bodyPr anchor="ctr" anchorCtr="0"/>
          <a:lstStyle>
            <a:lvl1pPr marL="0" indent="0" algn="l">
              <a:spcAft>
                <a:spcPts val="0"/>
              </a:spcAft>
              <a:buNone/>
              <a:defRPr sz="2262">
                <a:solidFill>
                  <a:schemeClr val="bg1"/>
                </a:solidFill>
                <a:latin typeface="Roboto Mono" pitchFamily="2" charset="0"/>
                <a:ea typeface="Roboto Mono" pitchFamily="2" charset="0"/>
              </a:defRPr>
            </a:lvl1pPr>
            <a:lvl2pPr marL="646377" indent="0" algn="ctr">
              <a:buNone/>
              <a:defRPr sz="2828"/>
            </a:lvl2pPr>
            <a:lvl3pPr marL="1292753" indent="0" algn="ctr">
              <a:buNone/>
              <a:defRPr sz="2545"/>
            </a:lvl3pPr>
            <a:lvl4pPr marL="1939128" indent="0" algn="ctr">
              <a:buNone/>
              <a:defRPr sz="2262"/>
            </a:lvl4pPr>
            <a:lvl5pPr marL="2585505" indent="0" algn="ctr">
              <a:buNone/>
              <a:defRPr sz="2262"/>
            </a:lvl5pPr>
            <a:lvl6pPr marL="3231880" indent="0" algn="ctr">
              <a:buNone/>
              <a:defRPr sz="2262"/>
            </a:lvl6pPr>
            <a:lvl7pPr marL="3878257" indent="0" algn="ctr">
              <a:buNone/>
              <a:defRPr sz="2262"/>
            </a:lvl7pPr>
            <a:lvl8pPr marL="4524632" indent="0" algn="ctr">
              <a:buNone/>
              <a:defRPr sz="2262"/>
            </a:lvl8pPr>
            <a:lvl9pPr marL="5171009" indent="0" algn="ctr">
              <a:buNone/>
              <a:defRPr sz="2262"/>
            </a:lvl9pPr>
          </a:lstStyle>
          <a:p>
            <a:r>
              <a:rPr lang="en-GB"/>
              <a:t>Click to edit Master subtitle style</a:t>
            </a:r>
          </a:p>
        </p:txBody>
      </p:sp>
      <p:sp>
        <p:nvSpPr>
          <p:cNvPr id="55" name="Rectangle 54">
            <a:extLst>
              <a:ext uri="{FF2B5EF4-FFF2-40B4-BE49-F238E27FC236}">
                <a16:creationId xmlns:a16="http://schemas.microsoft.com/office/drawing/2014/main" id="{68C3A608-6BB4-4070-433D-B5ECAD131627}"/>
              </a:ext>
            </a:extLst>
          </p:cNvPr>
          <p:cNvSpPr/>
          <p:nvPr userDrawn="1"/>
        </p:nvSpPr>
        <p:spPr>
          <a:xfrm>
            <a:off x="17918503" y="26686078"/>
            <a:ext cx="2987347"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6" name="Rectangle 55">
            <a:extLst>
              <a:ext uri="{FF2B5EF4-FFF2-40B4-BE49-F238E27FC236}">
                <a16:creationId xmlns:a16="http://schemas.microsoft.com/office/drawing/2014/main" id="{88EB4AEC-2DC5-73CC-2588-AAE73B8F18CC}"/>
              </a:ext>
            </a:extLst>
          </p:cNvPr>
          <p:cNvSpPr/>
          <p:nvPr userDrawn="1"/>
        </p:nvSpPr>
        <p:spPr>
          <a:xfrm>
            <a:off x="20905854" y="26686078"/>
            <a:ext cx="2987338"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7" name="Rectangle 56">
            <a:extLst>
              <a:ext uri="{FF2B5EF4-FFF2-40B4-BE49-F238E27FC236}">
                <a16:creationId xmlns:a16="http://schemas.microsoft.com/office/drawing/2014/main" id="{BD02F2BD-1BD3-7ED7-1B20-A7678D431583}"/>
              </a:ext>
            </a:extLst>
          </p:cNvPr>
          <p:cNvSpPr/>
          <p:nvPr userDrawn="1"/>
        </p:nvSpPr>
        <p:spPr>
          <a:xfrm>
            <a:off x="23893191" y="26686078"/>
            <a:ext cx="2987337"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8" name="Rectangle 57">
            <a:extLst>
              <a:ext uri="{FF2B5EF4-FFF2-40B4-BE49-F238E27FC236}">
                <a16:creationId xmlns:a16="http://schemas.microsoft.com/office/drawing/2014/main" id="{624A7953-60B3-EAFE-D046-A27BD4E61D38}"/>
              </a:ext>
            </a:extLst>
          </p:cNvPr>
          <p:cNvSpPr/>
          <p:nvPr userDrawn="1"/>
        </p:nvSpPr>
        <p:spPr>
          <a:xfrm>
            <a:off x="26880525" y="26686078"/>
            <a:ext cx="2987338"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59" name="Rectangle 58">
            <a:extLst>
              <a:ext uri="{FF2B5EF4-FFF2-40B4-BE49-F238E27FC236}">
                <a16:creationId xmlns:a16="http://schemas.microsoft.com/office/drawing/2014/main" id="{38C9415E-5D04-793C-BB64-B44AA2FBD88E}"/>
              </a:ext>
            </a:extLst>
          </p:cNvPr>
          <p:cNvSpPr/>
          <p:nvPr userDrawn="1"/>
        </p:nvSpPr>
        <p:spPr>
          <a:xfrm>
            <a:off x="29867863" y="26686078"/>
            <a:ext cx="2981796"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0" name="Rectangle 59">
            <a:extLst>
              <a:ext uri="{FF2B5EF4-FFF2-40B4-BE49-F238E27FC236}">
                <a16:creationId xmlns:a16="http://schemas.microsoft.com/office/drawing/2014/main" id="{130974DD-1E62-FDB6-B4EB-38106932906A}"/>
              </a:ext>
            </a:extLst>
          </p:cNvPr>
          <p:cNvSpPr/>
          <p:nvPr userDrawn="1"/>
        </p:nvSpPr>
        <p:spPr>
          <a:xfrm>
            <a:off x="32849665" y="26686057"/>
            <a:ext cx="2976213"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1" name="Rectangle 60">
            <a:extLst>
              <a:ext uri="{FF2B5EF4-FFF2-40B4-BE49-F238E27FC236}">
                <a16:creationId xmlns:a16="http://schemas.microsoft.com/office/drawing/2014/main" id="{09083116-B1CE-9275-A5B1-82D877F5D9CB}"/>
              </a:ext>
            </a:extLst>
          </p:cNvPr>
          <p:cNvSpPr/>
          <p:nvPr userDrawn="1"/>
        </p:nvSpPr>
        <p:spPr>
          <a:xfrm>
            <a:off x="35831445" y="26686057"/>
            <a:ext cx="2987342"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2" name="Rectangle 61">
            <a:extLst>
              <a:ext uri="{FF2B5EF4-FFF2-40B4-BE49-F238E27FC236}">
                <a16:creationId xmlns:a16="http://schemas.microsoft.com/office/drawing/2014/main" id="{837CD795-F79B-674F-EBF8-F0E7B72588D1}"/>
              </a:ext>
            </a:extLst>
          </p:cNvPr>
          <p:cNvSpPr/>
          <p:nvPr userDrawn="1"/>
        </p:nvSpPr>
        <p:spPr>
          <a:xfrm>
            <a:off x="38818793" y="26686057"/>
            <a:ext cx="2987342" cy="233467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grpSp>
        <p:nvGrpSpPr>
          <p:cNvPr id="4" name="Group 3">
            <a:extLst>
              <a:ext uri="{FF2B5EF4-FFF2-40B4-BE49-F238E27FC236}">
                <a16:creationId xmlns:a16="http://schemas.microsoft.com/office/drawing/2014/main" id="{082A6DDB-946A-2635-48E2-0B6359ED8B61}"/>
              </a:ext>
            </a:extLst>
          </p:cNvPr>
          <p:cNvGrpSpPr>
            <a:grpSpLocks noChangeAspect="1"/>
          </p:cNvGrpSpPr>
          <p:nvPr userDrawn="1"/>
        </p:nvGrpSpPr>
        <p:grpSpPr>
          <a:xfrm>
            <a:off x="1003219" y="1248096"/>
            <a:ext cx="5974689" cy="7538900"/>
            <a:chOff x="2857500" y="180976"/>
            <a:chExt cx="5924550" cy="5945187"/>
          </a:xfrm>
        </p:grpSpPr>
        <p:sp>
          <p:nvSpPr>
            <p:cNvPr id="5" name="Rectangle 5">
              <a:extLst>
                <a:ext uri="{FF2B5EF4-FFF2-40B4-BE49-F238E27FC236}">
                  <a16:creationId xmlns:a16="http://schemas.microsoft.com/office/drawing/2014/main" id="{7DEE511B-981A-BC4A-AACC-1C58F5F78814}"/>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6" name="Freeform 7">
              <a:extLst>
                <a:ext uri="{FF2B5EF4-FFF2-40B4-BE49-F238E27FC236}">
                  <a16:creationId xmlns:a16="http://schemas.microsoft.com/office/drawing/2014/main" id="{BECBC258-39FB-1819-C9E4-189F1159F3A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7" name="Freeform 8">
              <a:extLst>
                <a:ext uri="{FF2B5EF4-FFF2-40B4-BE49-F238E27FC236}">
                  <a16:creationId xmlns:a16="http://schemas.microsoft.com/office/drawing/2014/main" id="{0D40BA77-74E9-9B56-DC03-192442B93F3B}"/>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8" name="Freeform 9">
              <a:extLst>
                <a:ext uri="{FF2B5EF4-FFF2-40B4-BE49-F238E27FC236}">
                  <a16:creationId xmlns:a16="http://schemas.microsoft.com/office/drawing/2014/main" id="{5C4641D6-DDA9-3C6C-9E7F-E8FF5414D1B7}"/>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9" name="Freeform 10">
              <a:extLst>
                <a:ext uri="{FF2B5EF4-FFF2-40B4-BE49-F238E27FC236}">
                  <a16:creationId xmlns:a16="http://schemas.microsoft.com/office/drawing/2014/main" id="{9D42DB26-3BC7-55EB-B1BB-60A98B9A306F}"/>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1" name="Freeform 11">
              <a:extLst>
                <a:ext uri="{FF2B5EF4-FFF2-40B4-BE49-F238E27FC236}">
                  <a16:creationId xmlns:a16="http://schemas.microsoft.com/office/drawing/2014/main" id="{386DF496-2936-09E3-F58B-86AF55CE6C5E}"/>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2" name="Freeform 12">
              <a:extLst>
                <a:ext uri="{FF2B5EF4-FFF2-40B4-BE49-F238E27FC236}">
                  <a16:creationId xmlns:a16="http://schemas.microsoft.com/office/drawing/2014/main" id="{5AC21A2A-B2FA-732C-EB51-A47FFCEE343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3" name="Rectangle 13">
              <a:extLst>
                <a:ext uri="{FF2B5EF4-FFF2-40B4-BE49-F238E27FC236}">
                  <a16:creationId xmlns:a16="http://schemas.microsoft.com/office/drawing/2014/main" id="{44CEDB20-E2FA-E68C-B319-D304AAF9AABA}"/>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4" name="Freeform 14">
              <a:extLst>
                <a:ext uri="{FF2B5EF4-FFF2-40B4-BE49-F238E27FC236}">
                  <a16:creationId xmlns:a16="http://schemas.microsoft.com/office/drawing/2014/main" id="{26521072-E7F6-07D9-5CA0-0233C9FD0CE0}"/>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5" name="Freeform 15">
              <a:extLst>
                <a:ext uri="{FF2B5EF4-FFF2-40B4-BE49-F238E27FC236}">
                  <a16:creationId xmlns:a16="http://schemas.microsoft.com/office/drawing/2014/main" id="{822E508C-5F3E-537C-CF91-4E433740A1F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6" name="Freeform 16">
              <a:extLst>
                <a:ext uri="{FF2B5EF4-FFF2-40B4-BE49-F238E27FC236}">
                  <a16:creationId xmlns:a16="http://schemas.microsoft.com/office/drawing/2014/main" id="{7B720C57-D35A-B4DE-D278-F03C69F6AFA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7" name="Freeform 17">
              <a:extLst>
                <a:ext uri="{FF2B5EF4-FFF2-40B4-BE49-F238E27FC236}">
                  <a16:creationId xmlns:a16="http://schemas.microsoft.com/office/drawing/2014/main" id="{1F7C8600-EFE6-7C3C-3D05-D64BD5074D6B}"/>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8" name="Freeform 18">
              <a:extLst>
                <a:ext uri="{FF2B5EF4-FFF2-40B4-BE49-F238E27FC236}">
                  <a16:creationId xmlns:a16="http://schemas.microsoft.com/office/drawing/2014/main" id="{1FB269A0-E8F5-3C5B-08E1-B451E337AEB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3" name="Freeform 19">
              <a:extLst>
                <a:ext uri="{FF2B5EF4-FFF2-40B4-BE49-F238E27FC236}">
                  <a16:creationId xmlns:a16="http://schemas.microsoft.com/office/drawing/2014/main" id="{DC5455FB-89FA-0860-C6DB-65EF1BCE8F6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4" name="Freeform 20">
              <a:extLst>
                <a:ext uri="{FF2B5EF4-FFF2-40B4-BE49-F238E27FC236}">
                  <a16:creationId xmlns:a16="http://schemas.microsoft.com/office/drawing/2014/main" id="{23C756A3-131C-B588-90B5-6E831A2C81D6}"/>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5" name="Freeform 21">
              <a:extLst>
                <a:ext uri="{FF2B5EF4-FFF2-40B4-BE49-F238E27FC236}">
                  <a16:creationId xmlns:a16="http://schemas.microsoft.com/office/drawing/2014/main" id="{B8DC1352-F3ED-B1D2-3E90-B5260BBC9A5C}"/>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6" name="Rectangle 22">
              <a:extLst>
                <a:ext uri="{FF2B5EF4-FFF2-40B4-BE49-F238E27FC236}">
                  <a16:creationId xmlns:a16="http://schemas.microsoft.com/office/drawing/2014/main" id="{71234C42-19B3-ED6F-0C2D-0022E0279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7" name="Freeform 23">
              <a:extLst>
                <a:ext uri="{FF2B5EF4-FFF2-40B4-BE49-F238E27FC236}">
                  <a16:creationId xmlns:a16="http://schemas.microsoft.com/office/drawing/2014/main" id="{F46BB90A-7E85-AF05-8A32-352A1345EF9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8" name="Freeform 24">
              <a:extLst>
                <a:ext uri="{FF2B5EF4-FFF2-40B4-BE49-F238E27FC236}">
                  <a16:creationId xmlns:a16="http://schemas.microsoft.com/office/drawing/2014/main" id="{17AA9C3D-F40E-3F84-162D-3B7C745109C1}"/>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9" name="Freeform 25">
              <a:extLst>
                <a:ext uri="{FF2B5EF4-FFF2-40B4-BE49-F238E27FC236}">
                  <a16:creationId xmlns:a16="http://schemas.microsoft.com/office/drawing/2014/main" id="{5ADAAC86-E1C8-217B-FD2D-5F3B1217C984}"/>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0" name="Line 26">
              <a:extLst>
                <a:ext uri="{FF2B5EF4-FFF2-40B4-BE49-F238E27FC236}">
                  <a16:creationId xmlns:a16="http://schemas.microsoft.com/office/drawing/2014/main" id="{24828E4D-3443-137A-0BB1-C8A4402565D0}"/>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51" name="Line 27">
              <a:extLst>
                <a:ext uri="{FF2B5EF4-FFF2-40B4-BE49-F238E27FC236}">
                  <a16:creationId xmlns:a16="http://schemas.microsoft.com/office/drawing/2014/main" id="{A1B34373-644D-9EF9-51D1-172406018136}"/>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52" name="Line 29">
              <a:extLst>
                <a:ext uri="{FF2B5EF4-FFF2-40B4-BE49-F238E27FC236}">
                  <a16:creationId xmlns:a16="http://schemas.microsoft.com/office/drawing/2014/main" id="{425040AC-1E9E-666F-D8DC-C10AF6D6BCD6}"/>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19" name="Picture Placeholder 9">
            <a:extLst>
              <a:ext uri="{FF2B5EF4-FFF2-40B4-BE49-F238E27FC236}">
                <a16:creationId xmlns:a16="http://schemas.microsoft.com/office/drawing/2014/main" id="{000C27CB-E83C-CDC6-A8E1-49777CF54CD2}"/>
              </a:ext>
            </a:extLst>
          </p:cNvPr>
          <p:cNvSpPr>
            <a:spLocks noGrp="1"/>
          </p:cNvSpPr>
          <p:nvPr>
            <p:ph type="pic" sz="quarter" idx="13" hasCustomPrompt="1"/>
          </p:nvPr>
        </p:nvSpPr>
        <p:spPr>
          <a:xfrm>
            <a:off x="17951971" y="1301779"/>
            <a:ext cx="23823501" cy="25346719"/>
          </a:xfrm>
          <a:solidFill>
            <a:schemeClr val="bg1">
              <a:lumMod val="85000"/>
            </a:schemeClr>
          </a:solidFill>
          <a:ln w="19050">
            <a:noFill/>
            <a:miter lim="800000"/>
          </a:ln>
        </p:spPr>
        <p:txBody>
          <a:bodyPr/>
          <a:lstStyle>
            <a:lvl1pPr>
              <a:defRPr sz="1697"/>
            </a:lvl1pPr>
          </a:lstStyle>
          <a:p>
            <a:r>
              <a:rPr lang="en-GB"/>
              <a:t>Add picture</a:t>
            </a:r>
            <a:endParaRPr lang="ar-SA"/>
          </a:p>
        </p:txBody>
      </p:sp>
      <p:sp>
        <p:nvSpPr>
          <p:cNvPr id="20" name="Rectangle 19">
            <a:extLst>
              <a:ext uri="{FF2B5EF4-FFF2-40B4-BE49-F238E27FC236}">
                <a16:creationId xmlns:a16="http://schemas.microsoft.com/office/drawing/2014/main" id="{D7A00B3E-D6B4-DD53-BAC9-B32C815B4AB2}"/>
              </a:ext>
            </a:extLst>
          </p:cNvPr>
          <p:cNvSpPr/>
          <p:nvPr userDrawn="1"/>
        </p:nvSpPr>
        <p:spPr>
          <a:xfrm>
            <a:off x="17918506" y="1254472"/>
            <a:ext cx="23887620" cy="25431479"/>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382103532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CE3174-80BB-2116-F60F-547779A5706F}"/>
              </a:ext>
            </a:extLst>
          </p:cNvPr>
          <p:cNvSpPr/>
          <p:nvPr userDrawn="1"/>
        </p:nvSpPr>
        <p:spPr>
          <a:xfrm>
            <a:off x="997646" y="1276351"/>
            <a:ext cx="40808478" cy="2722970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Title 1">
            <a:extLst>
              <a:ext uri="{FF2B5EF4-FFF2-40B4-BE49-F238E27FC236}">
                <a16:creationId xmlns:a16="http://schemas.microsoft.com/office/drawing/2014/main" id="{43DE1B9C-28C7-BA43-28C9-3915DB6432C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EFC9D83-0712-5C6B-C9AE-4F5F1BED2CD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997646" y="28506057"/>
            <a:ext cx="40808478" cy="51469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Tree>
    <p:extLst>
      <p:ext uri="{BB962C8B-B14F-4D97-AF65-F5344CB8AC3E}">
        <p14:creationId xmlns:p14="http://schemas.microsoft.com/office/powerpoint/2010/main" val="189317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1B9C-28C7-BA43-28C9-3915DB6432C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EFC9D83-0712-5C6B-C9AE-4F5F1BED2CD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9EC38BDC-F847-171B-C538-88B55A9B4DC2}"/>
              </a:ext>
            </a:extLst>
          </p:cNvPr>
          <p:cNvSpPr>
            <a:spLocks noGrp="1"/>
          </p:cNvSpPr>
          <p:nvPr>
            <p:ph type="dt" sz="half" idx="10"/>
          </p:nvPr>
        </p:nvSpPr>
        <p:spPr/>
        <p:txBody>
          <a:bodyPr/>
          <a:lstStyle/>
          <a:p>
            <a:fld id="{E577F33D-085B-4991-A612-6B2C1B8E443A}" type="datetime1">
              <a:rPr lang="en-GB" smtClean="0"/>
              <a:t>29/10/2025</a:t>
            </a:fld>
            <a:endParaRPr lang="en-GB"/>
          </a:p>
        </p:txBody>
      </p:sp>
      <p:sp>
        <p:nvSpPr>
          <p:cNvPr id="8" name="Footer Placeholder 7">
            <a:extLst>
              <a:ext uri="{FF2B5EF4-FFF2-40B4-BE49-F238E27FC236}">
                <a16:creationId xmlns:a16="http://schemas.microsoft.com/office/drawing/2014/main" id="{C7A67E1A-24DF-C1BF-39BF-143C88D9038E}"/>
              </a:ext>
            </a:extLst>
          </p:cNvPr>
          <p:cNvSpPr>
            <a:spLocks noGrp="1"/>
          </p:cNvSpPr>
          <p:nvPr>
            <p:ph type="ftr" sz="quarter" idx="11"/>
          </p:nvPr>
        </p:nvSpPr>
        <p:spPr/>
        <p:txBody>
          <a:bodyPr/>
          <a:lstStyle/>
          <a:p>
            <a:r>
              <a:rPr lang="en-GB"/>
              <a:t>Presentation title</a:t>
            </a:r>
          </a:p>
        </p:txBody>
      </p:sp>
      <p:sp>
        <p:nvSpPr>
          <p:cNvPr id="9" name="Slide Number Placeholder 8">
            <a:extLst>
              <a:ext uri="{FF2B5EF4-FFF2-40B4-BE49-F238E27FC236}">
                <a16:creationId xmlns:a16="http://schemas.microsoft.com/office/drawing/2014/main" id="{49421C5D-C064-97CD-2C78-D62A8A8762B9}"/>
              </a:ext>
            </a:extLst>
          </p:cNvPr>
          <p:cNvSpPr>
            <a:spLocks noGrp="1"/>
          </p:cNvSpPr>
          <p:nvPr>
            <p:ph type="sldNum" sz="quarter" idx="12"/>
          </p:nvPr>
        </p:nvSpPr>
        <p:spPr/>
        <p:txBody>
          <a:bodyPr/>
          <a:lstStyle/>
          <a:p>
            <a:fld id="{255DAFDF-2EF6-44FB-8AA4-C1E9B7563AAC}" type="slidenum">
              <a:rPr lang="en-GB" smtClean="0"/>
              <a:pPr/>
              <a:t>‹#›</a:t>
            </a:fld>
            <a:endParaRPr lang="en-GB"/>
          </a:p>
        </p:txBody>
      </p:sp>
      <p:sp>
        <p:nvSpPr>
          <p:cNvPr id="4" name="TextBox 3">
            <a:extLst>
              <a:ext uri="{FF2B5EF4-FFF2-40B4-BE49-F238E27FC236}">
                <a16:creationId xmlns:a16="http://schemas.microsoft.com/office/drawing/2014/main" id="{60C98947-3455-C279-C7DF-AAE8110E711E}"/>
              </a:ext>
            </a:extLst>
          </p:cNvPr>
          <p:cNvSpPr txBox="1"/>
          <p:nvPr userDrawn="1"/>
        </p:nvSpPr>
        <p:spPr>
          <a:xfrm>
            <a:off x="27872611" y="27765251"/>
            <a:ext cx="10946172" cy="1255503"/>
          </a:xfrm>
          <a:prstGeom prst="rect">
            <a:avLst/>
          </a:prstGeom>
          <a:noFill/>
        </p:spPr>
        <p:txBody>
          <a:bodyPr wrap="square" lIns="0" tIns="0" rIns="0" bIns="0" rtlCol="0" anchor="ctr" anchorCtr="0">
            <a:noAutofit/>
          </a:bodyPr>
          <a:lstStyle/>
          <a:p>
            <a:r>
              <a:rPr lang="en-GB" sz="1414" kern="1000" spc="0" baseline="0">
                <a:latin typeface="Roboto Mono" pitchFamily="2" charset="0"/>
                <a:ea typeface="Roboto Mono" pitchFamily="2" charset="0"/>
              </a:rPr>
              <a:t>The National Archives</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997646" y="28520576"/>
            <a:ext cx="40808478" cy="50018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 name="Rectangle 5">
            <a:extLst>
              <a:ext uri="{FF2B5EF4-FFF2-40B4-BE49-F238E27FC236}">
                <a16:creationId xmlns:a16="http://schemas.microsoft.com/office/drawing/2014/main" id="{62A39C18-B789-E047-279F-B5730355F648}"/>
              </a:ext>
            </a:extLst>
          </p:cNvPr>
          <p:cNvSpPr/>
          <p:nvPr userDrawn="1"/>
        </p:nvSpPr>
        <p:spPr>
          <a:xfrm>
            <a:off x="26874971" y="27765250"/>
            <a:ext cx="11943813"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Tree>
    <p:extLst>
      <p:ext uri="{BB962C8B-B14F-4D97-AF65-F5344CB8AC3E}">
        <p14:creationId xmlns:p14="http://schemas.microsoft.com/office/powerpoint/2010/main" val="2702381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slide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63D546F-331D-70F6-82AB-B48672903BE3}"/>
              </a:ext>
            </a:extLst>
          </p:cNvPr>
          <p:cNvSpPr>
            <a:spLocks noGrp="1"/>
          </p:cNvSpPr>
          <p:nvPr>
            <p:ph type="pic" sz="quarter" idx="13"/>
          </p:nvPr>
        </p:nvSpPr>
        <p:spPr>
          <a:xfrm>
            <a:off x="1036974" y="1295823"/>
            <a:ext cx="40746864" cy="26424920"/>
          </a:xfrm>
          <a:solidFill>
            <a:schemeClr val="bg1">
              <a:lumMod val="85000"/>
            </a:schemeClr>
          </a:solidFill>
          <a:ln w="19050">
            <a:noFill/>
            <a:miter lim="800000"/>
          </a:ln>
        </p:spPr>
        <p:txBody>
          <a:bodyPr/>
          <a:lstStyle/>
          <a:p>
            <a:r>
              <a:rPr lang="en-GB"/>
              <a:t>Click icon to add picture</a:t>
            </a:r>
          </a:p>
        </p:txBody>
      </p:sp>
      <p:sp>
        <p:nvSpPr>
          <p:cNvPr id="7" name="Date Placeholder 6">
            <a:extLst>
              <a:ext uri="{FF2B5EF4-FFF2-40B4-BE49-F238E27FC236}">
                <a16:creationId xmlns:a16="http://schemas.microsoft.com/office/drawing/2014/main" id="{9EC38BDC-F847-171B-C538-88B55A9B4DC2}"/>
              </a:ext>
            </a:extLst>
          </p:cNvPr>
          <p:cNvSpPr>
            <a:spLocks noGrp="1"/>
          </p:cNvSpPr>
          <p:nvPr>
            <p:ph type="dt" sz="half" idx="10"/>
          </p:nvPr>
        </p:nvSpPr>
        <p:spPr/>
        <p:txBody>
          <a:bodyPr/>
          <a:lstStyle/>
          <a:p>
            <a:fld id="{E577F33D-085B-4991-A612-6B2C1B8E443A}" type="datetime1">
              <a:rPr lang="en-GB" smtClean="0"/>
              <a:t>29/10/2025</a:t>
            </a:fld>
            <a:endParaRPr lang="en-GB"/>
          </a:p>
        </p:txBody>
      </p:sp>
      <p:sp>
        <p:nvSpPr>
          <p:cNvPr id="8" name="Footer Placeholder 7">
            <a:extLst>
              <a:ext uri="{FF2B5EF4-FFF2-40B4-BE49-F238E27FC236}">
                <a16:creationId xmlns:a16="http://schemas.microsoft.com/office/drawing/2014/main" id="{C7A67E1A-24DF-C1BF-39BF-143C88D9038E}"/>
              </a:ext>
            </a:extLst>
          </p:cNvPr>
          <p:cNvSpPr>
            <a:spLocks noGrp="1"/>
          </p:cNvSpPr>
          <p:nvPr>
            <p:ph type="ftr" sz="quarter" idx="11"/>
          </p:nvPr>
        </p:nvSpPr>
        <p:spPr/>
        <p:txBody>
          <a:bodyPr/>
          <a:lstStyle/>
          <a:p>
            <a:r>
              <a:rPr lang="en-GB"/>
              <a:t>Presentation title</a:t>
            </a:r>
          </a:p>
        </p:txBody>
      </p:sp>
      <p:sp>
        <p:nvSpPr>
          <p:cNvPr id="9" name="Slide Number Placeholder 8">
            <a:extLst>
              <a:ext uri="{FF2B5EF4-FFF2-40B4-BE49-F238E27FC236}">
                <a16:creationId xmlns:a16="http://schemas.microsoft.com/office/drawing/2014/main" id="{49421C5D-C064-97CD-2C78-D62A8A8762B9}"/>
              </a:ext>
            </a:extLst>
          </p:cNvPr>
          <p:cNvSpPr>
            <a:spLocks noGrp="1"/>
          </p:cNvSpPr>
          <p:nvPr>
            <p:ph type="sldNum" sz="quarter" idx="12"/>
          </p:nvPr>
        </p:nvSpPr>
        <p:spPr/>
        <p:txBody>
          <a:bodyPr/>
          <a:lstStyle/>
          <a:p>
            <a:fld id="{255DAFDF-2EF6-44FB-8AA4-C1E9B7563AAC}" type="slidenum">
              <a:rPr lang="en-GB" smtClean="0"/>
              <a:pPr/>
              <a:t>‹#›</a:t>
            </a:fld>
            <a:endParaRPr lang="en-GB"/>
          </a:p>
        </p:txBody>
      </p:sp>
      <p:sp>
        <p:nvSpPr>
          <p:cNvPr id="4" name="TextBox 3">
            <a:extLst>
              <a:ext uri="{FF2B5EF4-FFF2-40B4-BE49-F238E27FC236}">
                <a16:creationId xmlns:a16="http://schemas.microsoft.com/office/drawing/2014/main" id="{60C98947-3455-C279-C7DF-AAE8110E711E}"/>
              </a:ext>
            </a:extLst>
          </p:cNvPr>
          <p:cNvSpPr txBox="1"/>
          <p:nvPr userDrawn="1"/>
        </p:nvSpPr>
        <p:spPr>
          <a:xfrm>
            <a:off x="27872611" y="27765251"/>
            <a:ext cx="10946172" cy="1255503"/>
          </a:xfrm>
          <a:prstGeom prst="rect">
            <a:avLst/>
          </a:prstGeom>
          <a:noFill/>
        </p:spPr>
        <p:txBody>
          <a:bodyPr wrap="square" lIns="0" tIns="0" rIns="0" bIns="0" rtlCol="0" anchor="ctr" anchorCtr="0">
            <a:noAutofit/>
          </a:bodyPr>
          <a:lstStyle/>
          <a:p>
            <a:r>
              <a:rPr lang="en-GB" sz="1414" kern="1000" spc="0" baseline="0">
                <a:latin typeface="Roboto Mono" pitchFamily="2" charset="0"/>
                <a:ea typeface="Roboto Mono" pitchFamily="2" charset="0"/>
              </a:rPr>
              <a:t>The National Archives</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997646" y="27765250"/>
            <a:ext cx="40808478"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 name="Rectangle 5">
            <a:extLst>
              <a:ext uri="{FF2B5EF4-FFF2-40B4-BE49-F238E27FC236}">
                <a16:creationId xmlns:a16="http://schemas.microsoft.com/office/drawing/2014/main" id="{62A39C18-B789-E047-279F-B5730355F648}"/>
              </a:ext>
            </a:extLst>
          </p:cNvPr>
          <p:cNvSpPr/>
          <p:nvPr userDrawn="1"/>
        </p:nvSpPr>
        <p:spPr>
          <a:xfrm>
            <a:off x="26874971" y="27765250"/>
            <a:ext cx="11943813"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2" name="Rectangle 1">
            <a:extLst>
              <a:ext uri="{FF2B5EF4-FFF2-40B4-BE49-F238E27FC236}">
                <a16:creationId xmlns:a16="http://schemas.microsoft.com/office/drawing/2014/main" id="{408D6D46-9E7C-7E60-EE3A-7850764988CC}"/>
              </a:ext>
            </a:extLst>
          </p:cNvPr>
          <p:cNvSpPr/>
          <p:nvPr userDrawn="1"/>
        </p:nvSpPr>
        <p:spPr>
          <a:xfrm>
            <a:off x="997645" y="1248513"/>
            <a:ext cx="40808483" cy="2651078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spTree>
    <p:extLst>
      <p:ext uri="{BB962C8B-B14F-4D97-AF65-F5344CB8AC3E}">
        <p14:creationId xmlns:p14="http://schemas.microsoft.com/office/powerpoint/2010/main" val="3616577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AE66A8A2-D27B-6B6B-4289-9727E22AD66A}"/>
              </a:ext>
            </a:extLst>
          </p:cNvPr>
          <p:cNvSpPr>
            <a:spLocks noGrp="1"/>
          </p:cNvSpPr>
          <p:nvPr>
            <p:ph type="pic" sz="quarter" idx="13" hasCustomPrompt="1"/>
          </p:nvPr>
        </p:nvSpPr>
        <p:spPr>
          <a:xfrm>
            <a:off x="17918532" y="1254470"/>
            <a:ext cx="23887596" cy="27766291"/>
          </a:xfrm>
          <a:solidFill>
            <a:schemeClr val="bg1">
              <a:lumMod val="85000"/>
            </a:schemeClr>
          </a:solidFill>
          <a:ln w="19050">
            <a:solidFill>
              <a:schemeClr val="tx1"/>
            </a:solidFill>
            <a:miter lim="800000"/>
          </a:ln>
        </p:spPr>
        <p:txBody>
          <a:bodyPr/>
          <a:lstStyle>
            <a:lvl1pPr>
              <a:defRPr sz="1697"/>
            </a:lvl1pPr>
          </a:lstStyle>
          <a:p>
            <a:r>
              <a:rPr lang="en-GB"/>
              <a:t>Add picture</a:t>
            </a:r>
            <a:endParaRPr lang="ar-SA"/>
          </a:p>
        </p:txBody>
      </p:sp>
      <p:grpSp>
        <p:nvGrpSpPr>
          <p:cNvPr id="8" name="Group 7">
            <a:extLst>
              <a:ext uri="{FF2B5EF4-FFF2-40B4-BE49-F238E27FC236}">
                <a16:creationId xmlns:a16="http://schemas.microsoft.com/office/drawing/2014/main" id="{F46C68E6-B0B4-B7DE-4890-51CBBCA3D8E9}"/>
              </a:ext>
            </a:extLst>
          </p:cNvPr>
          <p:cNvGrpSpPr>
            <a:grpSpLocks noChangeAspect="1"/>
          </p:cNvGrpSpPr>
          <p:nvPr userDrawn="1"/>
        </p:nvGrpSpPr>
        <p:grpSpPr>
          <a:xfrm>
            <a:off x="997653" y="1260313"/>
            <a:ext cx="5974689" cy="7538900"/>
            <a:chOff x="2857500" y="180976"/>
            <a:chExt cx="5924550" cy="5945187"/>
          </a:xfrm>
        </p:grpSpPr>
        <p:sp>
          <p:nvSpPr>
            <p:cNvPr id="9" name="Rectangle 5">
              <a:extLst>
                <a:ext uri="{FF2B5EF4-FFF2-40B4-BE49-F238E27FC236}">
                  <a16:creationId xmlns:a16="http://schemas.microsoft.com/office/drawing/2014/main" id="{902F6D44-B5CE-4B4A-6152-E1E8EEC40CAF}"/>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10" name="Freeform 7">
              <a:extLst>
                <a:ext uri="{FF2B5EF4-FFF2-40B4-BE49-F238E27FC236}">
                  <a16:creationId xmlns:a16="http://schemas.microsoft.com/office/drawing/2014/main" id="{9541F90E-401A-5671-6D9F-BA2CE43F3E38}"/>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1" name="Freeform 8">
              <a:extLst>
                <a:ext uri="{FF2B5EF4-FFF2-40B4-BE49-F238E27FC236}">
                  <a16:creationId xmlns:a16="http://schemas.microsoft.com/office/drawing/2014/main" id="{995CEE85-CD88-08BF-8C4E-F4AC9E3D512B}"/>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2" name="Freeform 9">
              <a:extLst>
                <a:ext uri="{FF2B5EF4-FFF2-40B4-BE49-F238E27FC236}">
                  <a16:creationId xmlns:a16="http://schemas.microsoft.com/office/drawing/2014/main" id="{9C8E8909-999E-00DB-174D-C30B88E9879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3" name="Freeform 10">
              <a:extLst>
                <a:ext uri="{FF2B5EF4-FFF2-40B4-BE49-F238E27FC236}">
                  <a16:creationId xmlns:a16="http://schemas.microsoft.com/office/drawing/2014/main" id="{5410B60C-27A4-41C9-A91E-1E0E72D293F5}"/>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4" name="Freeform 11">
              <a:extLst>
                <a:ext uri="{FF2B5EF4-FFF2-40B4-BE49-F238E27FC236}">
                  <a16:creationId xmlns:a16="http://schemas.microsoft.com/office/drawing/2014/main" id="{E1218927-E512-8FD9-3CDA-2B2BB57457E5}"/>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5" name="Freeform 12">
              <a:extLst>
                <a:ext uri="{FF2B5EF4-FFF2-40B4-BE49-F238E27FC236}">
                  <a16:creationId xmlns:a16="http://schemas.microsoft.com/office/drawing/2014/main" id="{CFAD24B3-8A1C-067C-62DE-5A3ADBA8070E}"/>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6" name="Rectangle 15">
              <a:extLst>
                <a:ext uri="{FF2B5EF4-FFF2-40B4-BE49-F238E27FC236}">
                  <a16:creationId xmlns:a16="http://schemas.microsoft.com/office/drawing/2014/main" id="{819B6EB2-0B98-4AEE-FD19-EF86AE9C466E}"/>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7" name="Freeform 14">
              <a:extLst>
                <a:ext uri="{FF2B5EF4-FFF2-40B4-BE49-F238E27FC236}">
                  <a16:creationId xmlns:a16="http://schemas.microsoft.com/office/drawing/2014/main" id="{FF312EED-F3CB-3CAA-4405-A55D1E572848}"/>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8" name="Freeform 15">
              <a:extLst>
                <a:ext uri="{FF2B5EF4-FFF2-40B4-BE49-F238E27FC236}">
                  <a16:creationId xmlns:a16="http://schemas.microsoft.com/office/drawing/2014/main" id="{84C3CD7F-EF0C-75E0-3857-7D3A4AA0AAF6}"/>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19" name="Freeform 16">
              <a:extLst>
                <a:ext uri="{FF2B5EF4-FFF2-40B4-BE49-F238E27FC236}">
                  <a16:creationId xmlns:a16="http://schemas.microsoft.com/office/drawing/2014/main" id="{A71A4103-897D-EF71-A99D-C34303B157F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0" name="Freeform 17">
              <a:extLst>
                <a:ext uri="{FF2B5EF4-FFF2-40B4-BE49-F238E27FC236}">
                  <a16:creationId xmlns:a16="http://schemas.microsoft.com/office/drawing/2014/main" id="{31238AFE-9A46-BCB4-535E-04E00BFAD91A}"/>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1" name="Freeform 18">
              <a:extLst>
                <a:ext uri="{FF2B5EF4-FFF2-40B4-BE49-F238E27FC236}">
                  <a16:creationId xmlns:a16="http://schemas.microsoft.com/office/drawing/2014/main" id="{52100472-8F64-3D8B-5836-14BB9C79C37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2" name="Freeform 19">
              <a:extLst>
                <a:ext uri="{FF2B5EF4-FFF2-40B4-BE49-F238E27FC236}">
                  <a16:creationId xmlns:a16="http://schemas.microsoft.com/office/drawing/2014/main" id="{19EAF65C-68EA-9A19-EC51-2386AD3141F7}"/>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3" name="Freeform 20">
              <a:extLst>
                <a:ext uri="{FF2B5EF4-FFF2-40B4-BE49-F238E27FC236}">
                  <a16:creationId xmlns:a16="http://schemas.microsoft.com/office/drawing/2014/main" id="{DE6C57C4-50E0-2615-5663-8E5D604864DC}"/>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4" name="Freeform 21">
              <a:extLst>
                <a:ext uri="{FF2B5EF4-FFF2-40B4-BE49-F238E27FC236}">
                  <a16:creationId xmlns:a16="http://schemas.microsoft.com/office/drawing/2014/main" id="{78FE6A5E-448C-987D-DCEB-3CA977D3674B}"/>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5" name="Rectangle 22">
              <a:extLst>
                <a:ext uri="{FF2B5EF4-FFF2-40B4-BE49-F238E27FC236}">
                  <a16:creationId xmlns:a16="http://schemas.microsoft.com/office/drawing/2014/main" id="{9CE6EBE6-217D-5332-339F-B43874887EA7}"/>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6" name="Freeform 23">
              <a:extLst>
                <a:ext uri="{FF2B5EF4-FFF2-40B4-BE49-F238E27FC236}">
                  <a16:creationId xmlns:a16="http://schemas.microsoft.com/office/drawing/2014/main" id="{D7301EA0-B33B-1736-4C1E-692BA70F363D}"/>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7" name="Freeform 24">
              <a:extLst>
                <a:ext uri="{FF2B5EF4-FFF2-40B4-BE49-F238E27FC236}">
                  <a16:creationId xmlns:a16="http://schemas.microsoft.com/office/drawing/2014/main" id="{C0CDE6CF-DAD5-5741-DB84-AAAF23975743}"/>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8" name="Freeform 25">
              <a:extLst>
                <a:ext uri="{FF2B5EF4-FFF2-40B4-BE49-F238E27FC236}">
                  <a16:creationId xmlns:a16="http://schemas.microsoft.com/office/drawing/2014/main" id="{E4218DBE-5C68-BD56-C53A-8D83C434DAAC}"/>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29" name="Line 26">
              <a:extLst>
                <a:ext uri="{FF2B5EF4-FFF2-40B4-BE49-F238E27FC236}">
                  <a16:creationId xmlns:a16="http://schemas.microsoft.com/office/drawing/2014/main" id="{278EACB3-C63D-3DCB-5B8A-5377A21C5087}"/>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30" name="Line 27">
              <a:extLst>
                <a:ext uri="{FF2B5EF4-FFF2-40B4-BE49-F238E27FC236}">
                  <a16:creationId xmlns:a16="http://schemas.microsoft.com/office/drawing/2014/main" id="{21C65632-7628-D68F-999E-5CB3CEB30F0C}"/>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31" name="Line 29">
              <a:extLst>
                <a:ext uri="{FF2B5EF4-FFF2-40B4-BE49-F238E27FC236}">
                  <a16:creationId xmlns:a16="http://schemas.microsoft.com/office/drawing/2014/main" id="{307B27D8-34EB-5EDA-C40C-F285BD638FB1}"/>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997646" y="11263190"/>
            <a:ext cx="15923229" cy="12268900"/>
          </a:xfrm>
        </p:spPr>
        <p:txBody>
          <a:bodyPr anchor="ctr" anchorCtr="0"/>
          <a:lstStyle>
            <a:lvl1pPr>
              <a:defRPr sz="6786"/>
            </a:lvl1pPr>
          </a:lstStyle>
          <a:p>
            <a:r>
              <a:rPr lang="en-GB"/>
              <a:t>Click to edit Master title style</a:t>
            </a:r>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997651" y="24579858"/>
            <a:ext cx="15923221" cy="4440903"/>
          </a:xfrm>
        </p:spPr>
        <p:txBody>
          <a:bodyPr anchor="ctr" anchorCtr="0"/>
          <a:lstStyle>
            <a:lvl1pPr marL="0" indent="0">
              <a:buNone/>
              <a:defRPr sz="2403">
                <a:solidFill>
                  <a:schemeClr val="tx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3685289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COLOUR">
    <p:bg>
      <p:bgPr>
        <a:solidFill>
          <a:schemeClr val="accent3"/>
        </a:solidFill>
        <a:effectLst/>
      </p:bgPr>
    </p:bg>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AE66A8A2-D27B-6B6B-4289-9727E22AD66A}"/>
              </a:ext>
            </a:extLst>
          </p:cNvPr>
          <p:cNvSpPr>
            <a:spLocks noGrp="1"/>
          </p:cNvSpPr>
          <p:nvPr>
            <p:ph type="pic" sz="quarter" idx="13" hasCustomPrompt="1"/>
          </p:nvPr>
        </p:nvSpPr>
        <p:spPr>
          <a:xfrm>
            <a:off x="17918532" y="1254470"/>
            <a:ext cx="23887596" cy="27766291"/>
          </a:xfrm>
          <a:solidFill>
            <a:schemeClr val="bg1">
              <a:lumMod val="85000"/>
            </a:schemeClr>
          </a:solidFill>
          <a:ln w="19050">
            <a:solidFill>
              <a:schemeClr val="bg1"/>
            </a:solidFill>
            <a:miter lim="800000"/>
          </a:ln>
        </p:spPr>
        <p:txBody>
          <a:bodyPr/>
          <a:lstStyle>
            <a:lvl1pPr>
              <a:defRPr sz="1697"/>
            </a:lvl1pPr>
          </a:lstStyle>
          <a:p>
            <a:r>
              <a:rPr lang="en-GB"/>
              <a:t>Add picture</a:t>
            </a:r>
            <a:endParaRPr lang="ar-SA"/>
          </a:p>
        </p:txBody>
      </p:sp>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997646" y="11263190"/>
            <a:ext cx="15923229" cy="12268900"/>
          </a:xfrm>
        </p:spPr>
        <p:txBody>
          <a:bodyPr anchor="ctr" anchorCtr="0"/>
          <a:lstStyle>
            <a:lvl1pPr>
              <a:defRPr sz="6786">
                <a:solidFill>
                  <a:schemeClr val="bg1"/>
                </a:solidFill>
              </a:defRPr>
            </a:lvl1pPr>
          </a:lstStyle>
          <a:p>
            <a:r>
              <a:rPr lang="en-GB"/>
              <a:t>Click to edit Master title style</a:t>
            </a:r>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997651" y="24579858"/>
            <a:ext cx="15923221" cy="4440903"/>
          </a:xfrm>
        </p:spPr>
        <p:txBody>
          <a:bodyPr anchor="ctr" anchorCtr="0"/>
          <a:lstStyle>
            <a:lvl1pPr marL="0" indent="0">
              <a:buNone/>
              <a:defRPr sz="2403">
                <a:solidFill>
                  <a:schemeClr val="bg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grpSp>
        <p:nvGrpSpPr>
          <p:cNvPr id="4" name="Group 3">
            <a:extLst>
              <a:ext uri="{FF2B5EF4-FFF2-40B4-BE49-F238E27FC236}">
                <a16:creationId xmlns:a16="http://schemas.microsoft.com/office/drawing/2014/main" id="{B8157823-46B1-B578-E536-49787B572252}"/>
              </a:ext>
            </a:extLst>
          </p:cNvPr>
          <p:cNvGrpSpPr>
            <a:grpSpLocks noChangeAspect="1"/>
          </p:cNvGrpSpPr>
          <p:nvPr userDrawn="1"/>
        </p:nvGrpSpPr>
        <p:grpSpPr>
          <a:xfrm>
            <a:off x="1003219" y="1248096"/>
            <a:ext cx="5974689" cy="7538900"/>
            <a:chOff x="2857500" y="180976"/>
            <a:chExt cx="5924550" cy="5945187"/>
          </a:xfrm>
        </p:grpSpPr>
        <p:sp>
          <p:nvSpPr>
            <p:cNvPr id="5" name="Rectangle 5">
              <a:extLst>
                <a:ext uri="{FF2B5EF4-FFF2-40B4-BE49-F238E27FC236}">
                  <a16:creationId xmlns:a16="http://schemas.microsoft.com/office/drawing/2014/main" id="{53B26F7A-2DDF-3427-1875-2D59E1BE9466}"/>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6" name="Freeform 7">
              <a:extLst>
                <a:ext uri="{FF2B5EF4-FFF2-40B4-BE49-F238E27FC236}">
                  <a16:creationId xmlns:a16="http://schemas.microsoft.com/office/drawing/2014/main" id="{99C9F786-8BD9-1EA4-C796-146C0DA0BC7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8">
              <a:extLst>
                <a:ext uri="{FF2B5EF4-FFF2-40B4-BE49-F238E27FC236}">
                  <a16:creationId xmlns:a16="http://schemas.microsoft.com/office/drawing/2014/main" id="{0BB4A127-5C47-B600-59F5-DBC463DEEB60}"/>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9">
              <a:extLst>
                <a:ext uri="{FF2B5EF4-FFF2-40B4-BE49-F238E27FC236}">
                  <a16:creationId xmlns:a16="http://schemas.microsoft.com/office/drawing/2014/main" id="{6F379A8D-C637-5E0F-177D-355BB13576C2}"/>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10">
              <a:extLst>
                <a:ext uri="{FF2B5EF4-FFF2-40B4-BE49-F238E27FC236}">
                  <a16:creationId xmlns:a16="http://schemas.microsoft.com/office/drawing/2014/main" id="{A2A10FD1-62CF-7ACC-52B0-E91079F17AA0}"/>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11">
              <a:extLst>
                <a:ext uri="{FF2B5EF4-FFF2-40B4-BE49-F238E27FC236}">
                  <a16:creationId xmlns:a16="http://schemas.microsoft.com/office/drawing/2014/main" id="{870366BD-25DA-ED20-63DE-94D786730CD9}"/>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Freeform 12">
              <a:extLst>
                <a:ext uri="{FF2B5EF4-FFF2-40B4-BE49-F238E27FC236}">
                  <a16:creationId xmlns:a16="http://schemas.microsoft.com/office/drawing/2014/main" id="{3C4EE07C-439B-47EE-AE99-945C986C7BB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Rectangle 13">
              <a:extLst>
                <a:ext uri="{FF2B5EF4-FFF2-40B4-BE49-F238E27FC236}">
                  <a16:creationId xmlns:a16="http://schemas.microsoft.com/office/drawing/2014/main" id="{D965D628-567F-0F48-5365-F8CA3579801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14">
              <a:extLst>
                <a:ext uri="{FF2B5EF4-FFF2-40B4-BE49-F238E27FC236}">
                  <a16:creationId xmlns:a16="http://schemas.microsoft.com/office/drawing/2014/main" id="{BC8B6938-CAA2-B4BC-42D3-0EDD7DDD371A}"/>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15">
              <a:extLst>
                <a:ext uri="{FF2B5EF4-FFF2-40B4-BE49-F238E27FC236}">
                  <a16:creationId xmlns:a16="http://schemas.microsoft.com/office/drawing/2014/main" id="{63E05349-F9DE-8676-036F-30F65E12DC91}"/>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Freeform 16">
              <a:extLst>
                <a:ext uri="{FF2B5EF4-FFF2-40B4-BE49-F238E27FC236}">
                  <a16:creationId xmlns:a16="http://schemas.microsoft.com/office/drawing/2014/main" id="{162B0012-DD11-1EC4-B5C6-3D94856BB0A6}"/>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1" name="Freeform 17">
              <a:extLst>
                <a:ext uri="{FF2B5EF4-FFF2-40B4-BE49-F238E27FC236}">
                  <a16:creationId xmlns:a16="http://schemas.microsoft.com/office/drawing/2014/main" id="{4B8CC901-9B3A-5E16-B327-AA66176F34BD}"/>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2" name="Freeform 18">
              <a:extLst>
                <a:ext uri="{FF2B5EF4-FFF2-40B4-BE49-F238E27FC236}">
                  <a16:creationId xmlns:a16="http://schemas.microsoft.com/office/drawing/2014/main" id="{9AF6DCBC-560C-BC68-9DC2-805FF2351AF4}"/>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3" name="Freeform 19">
              <a:extLst>
                <a:ext uri="{FF2B5EF4-FFF2-40B4-BE49-F238E27FC236}">
                  <a16:creationId xmlns:a16="http://schemas.microsoft.com/office/drawing/2014/main" id="{97E2E3FC-E609-3679-4150-453D97EE6FC4}"/>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4" name="Freeform 20">
              <a:extLst>
                <a:ext uri="{FF2B5EF4-FFF2-40B4-BE49-F238E27FC236}">
                  <a16:creationId xmlns:a16="http://schemas.microsoft.com/office/drawing/2014/main" id="{9F4ABEA9-1A81-817C-E534-ABAEE0A9448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5" name="Freeform 21">
              <a:extLst>
                <a:ext uri="{FF2B5EF4-FFF2-40B4-BE49-F238E27FC236}">
                  <a16:creationId xmlns:a16="http://schemas.microsoft.com/office/drawing/2014/main" id="{F39F663D-863B-95F4-9C8D-A255033CF816}"/>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6" name="Rectangle 22">
              <a:extLst>
                <a:ext uri="{FF2B5EF4-FFF2-40B4-BE49-F238E27FC236}">
                  <a16:creationId xmlns:a16="http://schemas.microsoft.com/office/drawing/2014/main" id="{839E31C3-1121-39D4-C523-AF9278E33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7" name="Freeform 23">
              <a:extLst>
                <a:ext uri="{FF2B5EF4-FFF2-40B4-BE49-F238E27FC236}">
                  <a16:creationId xmlns:a16="http://schemas.microsoft.com/office/drawing/2014/main" id="{9ABD2C86-02DE-67C1-FF24-6ECA94DBD7BC}"/>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8" name="Freeform 24">
              <a:extLst>
                <a:ext uri="{FF2B5EF4-FFF2-40B4-BE49-F238E27FC236}">
                  <a16:creationId xmlns:a16="http://schemas.microsoft.com/office/drawing/2014/main" id="{9E88B94F-BDA7-A0B7-062B-23D6737CE162}"/>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9" name="Freeform 25">
              <a:extLst>
                <a:ext uri="{FF2B5EF4-FFF2-40B4-BE49-F238E27FC236}">
                  <a16:creationId xmlns:a16="http://schemas.microsoft.com/office/drawing/2014/main" id="{6EB3AD21-E91E-06BE-C3F4-81D66268AB62}"/>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0" name="Line 26">
              <a:extLst>
                <a:ext uri="{FF2B5EF4-FFF2-40B4-BE49-F238E27FC236}">
                  <a16:creationId xmlns:a16="http://schemas.microsoft.com/office/drawing/2014/main" id="{50049BF7-8BB5-79CD-67D6-5BE9782E5705}"/>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51" name="Line 27">
              <a:extLst>
                <a:ext uri="{FF2B5EF4-FFF2-40B4-BE49-F238E27FC236}">
                  <a16:creationId xmlns:a16="http://schemas.microsoft.com/office/drawing/2014/main" id="{AF1B7649-24BD-FC20-4002-30F99C576E7E}"/>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52" name="Line 29">
              <a:extLst>
                <a:ext uri="{FF2B5EF4-FFF2-40B4-BE49-F238E27FC236}">
                  <a16:creationId xmlns:a16="http://schemas.microsoft.com/office/drawing/2014/main" id="{D0E51BF0-A848-6B99-A1F7-AFF3F5A9DE3C}"/>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Tree>
    <p:extLst>
      <p:ext uri="{BB962C8B-B14F-4D97-AF65-F5344CB8AC3E}">
        <p14:creationId xmlns:p14="http://schemas.microsoft.com/office/powerpoint/2010/main" val="3276284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1995288" y="8739167"/>
            <a:ext cx="17912929" cy="180740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2E055E5-6BDF-87CF-3102-A76BE747142B}"/>
              </a:ext>
            </a:extLst>
          </p:cNvPr>
          <p:cNvSpPr>
            <a:spLocks noGrp="1"/>
          </p:cNvSpPr>
          <p:nvPr>
            <p:ph sz="half" idx="2"/>
          </p:nvPr>
        </p:nvSpPr>
        <p:spPr>
          <a:xfrm>
            <a:off x="21903488" y="8739165"/>
            <a:ext cx="17912929" cy="1807402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949541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1995288" y="8739167"/>
            <a:ext cx="17912929" cy="180740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B8B86A9F-A058-3104-AFD3-5291473D53DC}"/>
              </a:ext>
            </a:extLst>
          </p:cNvPr>
          <p:cNvSpPr>
            <a:spLocks noGrp="1"/>
          </p:cNvSpPr>
          <p:nvPr>
            <p:ph type="pic" sz="quarter" idx="13"/>
          </p:nvPr>
        </p:nvSpPr>
        <p:spPr>
          <a:xfrm>
            <a:off x="21897916" y="8739167"/>
            <a:ext cx="19908209" cy="18074020"/>
          </a:xfrm>
          <a:solidFill>
            <a:schemeClr val="bg1">
              <a:lumMod val="85000"/>
            </a:schemeClr>
          </a:solidFill>
          <a:ln w="19050">
            <a:solidFill>
              <a:schemeClr val="tx1"/>
            </a:solidFill>
            <a:miter lim="800000"/>
          </a:ln>
        </p:spPr>
        <p:txBody>
          <a:bodyPr/>
          <a:lstStyle/>
          <a:p>
            <a:r>
              <a:rPr lang="en-GB"/>
              <a:t>Click icon to add picture</a:t>
            </a:r>
            <a:endParaRPr lang="ar-SA"/>
          </a:p>
        </p:txBody>
      </p:sp>
    </p:spTree>
    <p:extLst>
      <p:ext uri="{BB962C8B-B14F-4D97-AF65-F5344CB8AC3E}">
        <p14:creationId xmlns:p14="http://schemas.microsoft.com/office/powerpoint/2010/main" val="2878699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1995288" y="8739167"/>
            <a:ext cx="17912929" cy="180740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Picture Placeholder 10">
            <a:extLst>
              <a:ext uri="{FF2B5EF4-FFF2-40B4-BE49-F238E27FC236}">
                <a16:creationId xmlns:a16="http://schemas.microsoft.com/office/drawing/2014/main" id="{3DDFB5E0-2DFC-4B2E-965B-B4BCD8298DF1}"/>
              </a:ext>
            </a:extLst>
          </p:cNvPr>
          <p:cNvSpPr>
            <a:spLocks noGrp="1"/>
          </p:cNvSpPr>
          <p:nvPr>
            <p:ph type="pic" sz="quarter" idx="14"/>
          </p:nvPr>
        </p:nvSpPr>
        <p:spPr>
          <a:xfrm>
            <a:off x="31889727" y="18291273"/>
            <a:ext cx="9878797" cy="9424190"/>
          </a:xfrm>
          <a:solidFill>
            <a:schemeClr val="bg1">
              <a:lumMod val="85000"/>
            </a:schemeClr>
          </a:solidFill>
          <a:ln w="19050">
            <a:noFill/>
            <a:miter lim="800000"/>
          </a:ln>
        </p:spPr>
        <p:txBody>
          <a:bodyPr/>
          <a:lstStyle/>
          <a:p>
            <a:r>
              <a:rPr lang="en-GB"/>
              <a:t>Click icon to add picture</a:t>
            </a:r>
            <a:endParaRPr lang="ar-SA"/>
          </a:p>
        </p:txBody>
      </p:sp>
      <p:sp>
        <p:nvSpPr>
          <p:cNvPr id="14" name="Picture Placeholder 10">
            <a:extLst>
              <a:ext uri="{FF2B5EF4-FFF2-40B4-BE49-F238E27FC236}">
                <a16:creationId xmlns:a16="http://schemas.microsoft.com/office/drawing/2014/main" id="{6C431DFB-A461-5D03-7931-BF1121FF540B}"/>
              </a:ext>
            </a:extLst>
          </p:cNvPr>
          <p:cNvSpPr>
            <a:spLocks noGrp="1"/>
          </p:cNvSpPr>
          <p:nvPr>
            <p:ph type="pic" sz="quarter" idx="17"/>
          </p:nvPr>
        </p:nvSpPr>
        <p:spPr>
          <a:xfrm>
            <a:off x="21931343" y="18291283"/>
            <a:ext cx="9895608" cy="9424213"/>
          </a:xfrm>
          <a:solidFill>
            <a:schemeClr val="bg1">
              <a:lumMod val="85000"/>
            </a:schemeClr>
          </a:solidFill>
          <a:ln w="19050">
            <a:noFill/>
            <a:miter lim="800000"/>
          </a:ln>
        </p:spPr>
        <p:txBody>
          <a:bodyPr/>
          <a:lstStyle/>
          <a:p>
            <a:r>
              <a:rPr lang="en-GB"/>
              <a:t>Click icon to add picture</a:t>
            </a:r>
            <a:endParaRPr lang="ar-SA"/>
          </a:p>
        </p:txBody>
      </p:sp>
      <p:sp>
        <p:nvSpPr>
          <p:cNvPr id="15" name="Picture Placeholder 10">
            <a:extLst>
              <a:ext uri="{FF2B5EF4-FFF2-40B4-BE49-F238E27FC236}">
                <a16:creationId xmlns:a16="http://schemas.microsoft.com/office/drawing/2014/main" id="{DA7ED82C-9C67-005D-DB73-0988BD87924A}"/>
              </a:ext>
            </a:extLst>
          </p:cNvPr>
          <p:cNvSpPr>
            <a:spLocks noGrp="1"/>
          </p:cNvSpPr>
          <p:nvPr>
            <p:ph type="pic" sz="quarter" idx="18"/>
          </p:nvPr>
        </p:nvSpPr>
        <p:spPr>
          <a:xfrm>
            <a:off x="31877106" y="8762606"/>
            <a:ext cx="9898363" cy="9454497"/>
          </a:xfrm>
          <a:solidFill>
            <a:schemeClr val="bg1">
              <a:lumMod val="85000"/>
            </a:schemeClr>
          </a:solidFill>
          <a:ln w="19050">
            <a:noFill/>
            <a:miter lim="800000"/>
          </a:ln>
        </p:spPr>
        <p:txBody>
          <a:bodyPr/>
          <a:lstStyle/>
          <a:p>
            <a:r>
              <a:rPr lang="en-GB"/>
              <a:t>Click icon to add picture</a:t>
            </a:r>
            <a:endParaRPr lang="ar-SA"/>
          </a:p>
        </p:txBody>
      </p:sp>
      <p:sp>
        <p:nvSpPr>
          <p:cNvPr id="16" name="Picture Placeholder 10">
            <a:extLst>
              <a:ext uri="{FF2B5EF4-FFF2-40B4-BE49-F238E27FC236}">
                <a16:creationId xmlns:a16="http://schemas.microsoft.com/office/drawing/2014/main" id="{7BEFAB74-8401-ABED-7875-7BFBFA7F15C0}"/>
              </a:ext>
            </a:extLst>
          </p:cNvPr>
          <p:cNvSpPr>
            <a:spLocks noGrp="1"/>
          </p:cNvSpPr>
          <p:nvPr>
            <p:ph type="pic" sz="quarter" idx="19"/>
          </p:nvPr>
        </p:nvSpPr>
        <p:spPr>
          <a:xfrm>
            <a:off x="21931341" y="8788175"/>
            <a:ext cx="9895579" cy="9440026"/>
          </a:xfrm>
          <a:solidFill>
            <a:schemeClr val="bg1">
              <a:lumMod val="85000"/>
            </a:schemeClr>
          </a:solidFill>
          <a:ln w="19050">
            <a:noFill/>
            <a:miter lim="800000"/>
          </a:ln>
        </p:spPr>
        <p:txBody>
          <a:bodyPr/>
          <a:lstStyle/>
          <a:p>
            <a:r>
              <a:rPr lang="en-GB"/>
              <a:t>Click icon to add picture</a:t>
            </a:r>
            <a:endParaRPr lang="ar-SA"/>
          </a:p>
        </p:txBody>
      </p:sp>
      <p:sp>
        <p:nvSpPr>
          <p:cNvPr id="10" name="Rectangle 9">
            <a:extLst>
              <a:ext uri="{FF2B5EF4-FFF2-40B4-BE49-F238E27FC236}">
                <a16:creationId xmlns:a16="http://schemas.microsoft.com/office/drawing/2014/main" id="{F0D37044-1A25-7F23-2AE6-8F36F6AA0A74}"/>
              </a:ext>
            </a:extLst>
          </p:cNvPr>
          <p:cNvSpPr/>
          <p:nvPr userDrawn="1"/>
        </p:nvSpPr>
        <p:spPr>
          <a:xfrm>
            <a:off x="21897916" y="8739173"/>
            <a:ext cx="19908209" cy="190201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414"/>
              </a:spcAft>
            </a:pPr>
            <a:endParaRPr lang="ar-SA" sz="1979" err="1">
              <a:solidFill>
                <a:schemeClr val="tx1"/>
              </a:solidFill>
            </a:endParaRPr>
          </a:p>
        </p:txBody>
      </p:sp>
      <p:cxnSp>
        <p:nvCxnSpPr>
          <p:cNvPr id="12" name="Straight Connector 11">
            <a:extLst>
              <a:ext uri="{FF2B5EF4-FFF2-40B4-BE49-F238E27FC236}">
                <a16:creationId xmlns:a16="http://schemas.microsoft.com/office/drawing/2014/main" id="{6136FB94-C62E-7176-5EDA-552E393D48B3}"/>
              </a:ext>
            </a:extLst>
          </p:cNvPr>
          <p:cNvCxnSpPr/>
          <p:nvPr userDrawn="1"/>
        </p:nvCxnSpPr>
        <p:spPr>
          <a:xfrm>
            <a:off x="21897924" y="18260939"/>
            <a:ext cx="1987061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07EE593-0632-5488-E1FA-6EF4C641EF77}"/>
              </a:ext>
            </a:extLst>
          </p:cNvPr>
          <p:cNvCxnSpPr>
            <a:cxnSpLocks/>
            <a:stCxn id="10" idx="2"/>
          </p:cNvCxnSpPr>
          <p:nvPr userDrawn="1"/>
        </p:nvCxnSpPr>
        <p:spPr>
          <a:xfrm flipV="1">
            <a:off x="31852020" y="8739173"/>
            <a:ext cx="0" cy="1902011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768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45CD-6256-41A7-E67A-EF2EDF3D02C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5BB6803-07B6-8079-63FE-F4B73515527E}"/>
              </a:ext>
            </a:extLst>
          </p:cNvPr>
          <p:cNvSpPr>
            <a:spLocks noGrp="1"/>
          </p:cNvSpPr>
          <p:nvPr>
            <p:ph type="dt" sz="half" idx="10"/>
          </p:nvPr>
        </p:nvSpPr>
        <p:spPr/>
        <p:txBody>
          <a:bodyPr/>
          <a:lstStyle/>
          <a:p>
            <a:fld id="{BC2235EB-81F6-483A-AB39-80DAEB510D04}" type="datetime1">
              <a:rPr lang="en-GB" smtClean="0"/>
              <a:t>29/10/2025</a:t>
            </a:fld>
            <a:endParaRPr lang="en-GB"/>
          </a:p>
        </p:txBody>
      </p:sp>
      <p:sp>
        <p:nvSpPr>
          <p:cNvPr id="4" name="Footer Placeholder 3">
            <a:extLst>
              <a:ext uri="{FF2B5EF4-FFF2-40B4-BE49-F238E27FC236}">
                <a16:creationId xmlns:a16="http://schemas.microsoft.com/office/drawing/2014/main" id="{83CA35C4-D814-B397-CB71-57A6467BE415}"/>
              </a:ext>
            </a:extLst>
          </p:cNvPr>
          <p:cNvSpPr>
            <a:spLocks noGrp="1"/>
          </p:cNvSpPr>
          <p:nvPr>
            <p:ph type="ftr" sz="quarter" idx="11"/>
          </p:nvPr>
        </p:nvSpPr>
        <p:spPr/>
        <p:txBody>
          <a:bodyPr/>
          <a:lstStyle/>
          <a:p>
            <a:r>
              <a:rPr lang="en-GB"/>
              <a:t>Presentation title</a:t>
            </a:r>
          </a:p>
        </p:txBody>
      </p:sp>
      <p:sp>
        <p:nvSpPr>
          <p:cNvPr id="5" name="Slide Number Placeholder 4">
            <a:extLst>
              <a:ext uri="{FF2B5EF4-FFF2-40B4-BE49-F238E27FC236}">
                <a16:creationId xmlns:a16="http://schemas.microsoft.com/office/drawing/2014/main" id="{842681B7-F071-B8D7-BF7A-19DBFB9AEF06}"/>
              </a:ext>
            </a:extLst>
          </p:cNvPr>
          <p:cNvSpPr>
            <a:spLocks noGrp="1"/>
          </p:cNvSpPr>
          <p:nvPr>
            <p:ph type="sldNum" sz="quarter" idx="12"/>
          </p:nvPr>
        </p:nvSpPr>
        <p:spPr>
          <a:xfrm>
            <a:off x="38916314" y="27685254"/>
            <a:ext cx="1826828" cy="1324044"/>
          </a:xfrm>
          <a:prstGeom prst="rect">
            <a:avLst/>
          </a:prstGeom>
        </p:spPr>
        <p:txBody>
          <a:bodyPr/>
          <a:lstStyle/>
          <a:p>
            <a:fld id="{255DAFDF-2EF6-44FB-8AA4-C1E9B7563AAC}" type="slidenum">
              <a:rPr lang="en-GB" smtClean="0"/>
              <a:t>‹#›</a:t>
            </a:fld>
            <a:endParaRPr lang="en-GB"/>
          </a:p>
        </p:txBody>
      </p:sp>
      <p:sp>
        <p:nvSpPr>
          <p:cNvPr id="6" name="Rectangle 5">
            <a:extLst>
              <a:ext uri="{FF2B5EF4-FFF2-40B4-BE49-F238E27FC236}">
                <a16:creationId xmlns:a16="http://schemas.microsoft.com/office/drawing/2014/main" id="{888181FC-45C0-3583-20F9-E7E02F757295}"/>
              </a:ext>
            </a:extLst>
          </p:cNvPr>
          <p:cNvSpPr/>
          <p:nvPr userDrawn="1"/>
        </p:nvSpPr>
        <p:spPr>
          <a:xfrm>
            <a:off x="997646" y="27765250"/>
            <a:ext cx="40808478"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7" name="Rectangle 6">
            <a:extLst>
              <a:ext uri="{FF2B5EF4-FFF2-40B4-BE49-F238E27FC236}">
                <a16:creationId xmlns:a16="http://schemas.microsoft.com/office/drawing/2014/main" id="{FDFB1CD1-28EA-6C68-B3FA-806759A41647}"/>
              </a:ext>
            </a:extLst>
          </p:cNvPr>
          <p:cNvSpPr/>
          <p:nvPr userDrawn="1"/>
        </p:nvSpPr>
        <p:spPr>
          <a:xfrm>
            <a:off x="26874971" y="27765250"/>
            <a:ext cx="11943813"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Tree>
    <p:extLst>
      <p:ext uri="{BB962C8B-B14F-4D97-AF65-F5344CB8AC3E}">
        <p14:creationId xmlns:p14="http://schemas.microsoft.com/office/powerpoint/2010/main" val="207624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B7A8E4-96B6-6241-B76F-EBA6D814ABAB}"/>
              </a:ext>
            </a:extLst>
          </p:cNvPr>
          <p:cNvSpPr>
            <a:spLocks noGrp="1"/>
          </p:cNvSpPr>
          <p:nvPr>
            <p:ph type="dt" sz="half" idx="10"/>
          </p:nvPr>
        </p:nvSpPr>
        <p:spPr/>
        <p:txBody>
          <a:bodyPr/>
          <a:lstStyle/>
          <a:p>
            <a:fld id="{AC8157E3-3AC2-4888-9458-3799CE658DD3}" type="datetime1">
              <a:rPr lang="en-GB" smtClean="0"/>
              <a:t>29/10/2025</a:t>
            </a:fld>
            <a:endParaRPr lang="en-GB"/>
          </a:p>
        </p:txBody>
      </p:sp>
      <p:sp>
        <p:nvSpPr>
          <p:cNvPr id="3" name="Footer Placeholder 2">
            <a:extLst>
              <a:ext uri="{FF2B5EF4-FFF2-40B4-BE49-F238E27FC236}">
                <a16:creationId xmlns:a16="http://schemas.microsoft.com/office/drawing/2014/main" id="{2DC0E854-5BE6-1BFE-FC5C-06632F373997}"/>
              </a:ext>
            </a:extLst>
          </p:cNvPr>
          <p:cNvSpPr>
            <a:spLocks noGrp="1"/>
          </p:cNvSpPr>
          <p:nvPr>
            <p:ph type="ftr" sz="quarter" idx="11"/>
          </p:nvPr>
        </p:nvSpPr>
        <p:spPr/>
        <p:txBody>
          <a:bodyPr/>
          <a:lstStyle/>
          <a:p>
            <a:r>
              <a:rPr lang="en-GB"/>
              <a:t>Presentation title</a:t>
            </a:r>
          </a:p>
        </p:txBody>
      </p:sp>
      <p:sp>
        <p:nvSpPr>
          <p:cNvPr id="4" name="Slide Number Placeholder 3">
            <a:extLst>
              <a:ext uri="{FF2B5EF4-FFF2-40B4-BE49-F238E27FC236}">
                <a16:creationId xmlns:a16="http://schemas.microsoft.com/office/drawing/2014/main" id="{ACE64029-FBD4-433D-983D-AD7838B426AC}"/>
              </a:ext>
            </a:extLst>
          </p:cNvPr>
          <p:cNvSpPr>
            <a:spLocks noGrp="1"/>
          </p:cNvSpPr>
          <p:nvPr>
            <p:ph type="sldNum" sz="quarter" idx="12"/>
          </p:nvPr>
        </p:nvSpPr>
        <p:spPr>
          <a:xfrm>
            <a:off x="38916314" y="27685254"/>
            <a:ext cx="1826828" cy="1324044"/>
          </a:xfrm>
          <a:prstGeom prst="rect">
            <a:avLst/>
          </a:prstGeom>
        </p:spPr>
        <p:txBody>
          <a:bodyPr/>
          <a:lstStyle/>
          <a:p>
            <a:fld id="{255DAFDF-2EF6-44FB-8AA4-C1E9B7563AAC}" type="slidenum">
              <a:rPr lang="en-GB" smtClean="0"/>
              <a:t>‹#›</a:t>
            </a:fld>
            <a:endParaRPr lang="en-GB"/>
          </a:p>
        </p:txBody>
      </p:sp>
      <p:sp>
        <p:nvSpPr>
          <p:cNvPr id="5" name="Rectangle 4">
            <a:extLst>
              <a:ext uri="{FF2B5EF4-FFF2-40B4-BE49-F238E27FC236}">
                <a16:creationId xmlns:a16="http://schemas.microsoft.com/office/drawing/2014/main" id="{A03D6DC5-1A1B-1CB9-66E4-95AE77391F58}"/>
              </a:ext>
            </a:extLst>
          </p:cNvPr>
          <p:cNvSpPr/>
          <p:nvPr userDrawn="1"/>
        </p:nvSpPr>
        <p:spPr>
          <a:xfrm>
            <a:off x="997646" y="27765250"/>
            <a:ext cx="40808478"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
        <p:nvSpPr>
          <p:cNvPr id="6" name="Rectangle 5">
            <a:extLst>
              <a:ext uri="{FF2B5EF4-FFF2-40B4-BE49-F238E27FC236}">
                <a16:creationId xmlns:a16="http://schemas.microsoft.com/office/drawing/2014/main" id="{BF5578B3-6385-4DCC-1239-3F66F3DF4385}"/>
              </a:ext>
            </a:extLst>
          </p:cNvPr>
          <p:cNvSpPr/>
          <p:nvPr userDrawn="1"/>
        </p:nvSpPr>
        <p:spPr>
          <a:xfrm>
            <a:off x="26874971" y="27765250"/>
            <a:ext cx="11943813" cy="125550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6901"/>
          </a:p>
        </p:txBody>
      </p:sp>
    </p:spTree>
    <p:extLst>
      <p:ext uri="{BB962C8B-B14F-4D97-AF65-F5344CB8AC3E}">
        <p14:creationId xmlns:p14="http://schemas.microsoft.com/office/powerpoint/2010/main" val="2001299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7964405" y="8778955"/>
            <a:ext cx="33841726" cy="7734806"/>
          </a:xfrm>
        </p:spPr>
        <p:txBody>
          <a:bodyPr anchor="ctr" anchorCtr="0"/>
          <a:lstStyle>
            <a:lvl1pPr>
              <a:defRPr sz="11310">
                <a:solidFill>
                  <a:schemeClr val="tx1"/>
                </a:solidFill>
              </a:defRPr>
            </a:lvl1pPr>
          </a:lstStyle>
          <a:p>
            <a:r>
              <a:rPr lang="en-GB"/>
              <a:t>Click to edit Master title style</a:t>
            </a:r>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7964400" y="16513757"/>
            <a:ext cx="16920862" cy="12507006"/>
          </a:xfrm>
        </p:spPr>
        <p:txBody>
          <a:bodyPr anchor="b" anchorCtr="0"/>
          <a:lstStyle>
            <a:lvl1pPr marL="0" indent="0">
              <a:spcAft>
                <a:spcPts val="0"/>
              </a:spcAft>
              <a:buNone/>
              <a:defRPr sz="2262">
                <a:solidFill>
                  <a:schemeClr val="tx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sp>
        <p:nvSpPr>
          <p:cNvPr id="8" name="Text Placeholder 2">
            <a:extLst>
              <a:ext uri="{FF2B5EF4-FFF2-40B4-BE49-F238E27FC236}">
                <a16:creationId xmlns:a16="http://schemas.microsoft.com/office/drawing/2014/main" id="{9DB1C131-7A60-313B-7C9D-C0F70E185FEE}"/>
              </a:ext>
            </a:extLst>
          </p:cNvPr>
          <p:cNvSpPr>
            <a:spLocks noGrp="1"/>
          </p:cNvSpPr>
          <p:nvPr>
            <p:ph type="body" idx="10"/>
          </p:nvPr>
        </p:nvSpPr>
        <p:spPr>
          <a:xfrm>
            <a:off x="25877332" y="16513753"/>
            <a:ext cx="15928796" cy="12507006"/>
          </a:xfrm>
        </p:spPr>
        <p:txBody>
          <a:bodyPr anchor="b" anchorCtr="0"/>
          <a:lstStyle>
            <a:lvl1pPr marL="0" indent="0">
              <a:spcAft>
                <a:spcPts val="0"/>
              </a:spcAft>
              <a:buNone/>
              <a:defRPr sz="2262">
                <a:solidFill>
                  <a:schemeClr val="tx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4291595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7964405" y="8778955"/>
            <a:ext cx="33841726" cy="7734806"/>
          </a:xfrm>
        </p:spPr>
        <p:txBody>
          <a:bodyPr anchor="ctr" anchorCtr="0"/>
          <a:lstStyle>
            <a:lvl1pPr>
              <a:defRPr sz="11310">
                <a:solidFill>
                  <a:schemeClr val="bg1"/>
                </a:solidFill>
              </a:defRPr>
            </a:lvl1pPr>
          </a:lstStyle>
          <a:p>
            <a:r>
              <a:rPr lang="en-GB"/>
              <a:t>Click to edit Master title style</a:t>
            </a:r>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7964400" y="16513757"/>
            <a:ext cx="16920862" cy="12507006"/>
          </a:xfrm>
        </p:spPr>
        <p:txBody>
          <a:bodyPr anchor="b" anchorCtr="0"/>
          <a:lstStyle>
            <a:lvl1pPr marL="0" indent="0">
              <a:spcAft>
                <a:spcPts val="0"/>
              </a:spcAft>
              <a:buNone/>
              <a:defRPr sz="2262">
                <a:solidFill>
                  <a:schemeClr val="bg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grpSp>
        <p:nvGrpSpPr>
          <p:cNvPr id="4" name="Group 3">
            <a:extLst>
              <a:ext uri="{FF2B5EF4-FFF2-40B4-BE49-F238E27FC236}">
                <a16:creationId xmlns:a16="http://schemas.microsoft.com/office/drawing/2014/main" id="{B8157823-46B1-B578-E536-49787B572252}"/>
              </a:ext>
            </a:extLst>
          </p:cNvPr>
          <p:cNvGrpSpPr>
            <a:grpSpLocks noChangeAspect="1"/>
          </p:cNvGrpSpPr>
          <p:nvPr userDrawn="1"/>
        </p:nvGrpSpPr>
        <p:grpSpPr>
          <a:xfrm>
            <a:off x="1003219" y="1248096"/>
            <a:ext cx="5974689" cy="7538900"/>
            <a:chOff x="2857500" y="180976"/>
            <a:chExt cx="5924550" cy="5945187"/>
          </a:xfrm>
        </p:grpSpPr>
        <p:sp>
          <p:nvSpPr>
            <p:cNvPr id="5" name="Rectangle 5">
              <a:extLst>
                <a:ext uri="{FF2B5EF4-FFF2-40B4-BE49-F238E27FC236}">
                  <a16:creationId xmlns:a16="http://schemas.microsoft.com/office/drawing/2014/main" id="{53B26F7A-2DDF-3427-1875-2D59E1BE9466}"/>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sz="6901"/>
            </a:p>
          </p:txBody>
        </p:sp>
        <p:sp>
          <p:nvSpPr>
            <p:cNvPr id="6" name="Freeform 7">
              <a:extLst>
                <a:ext uri="{FF2B5EF4-FFF2-40B4-BE49-F238E27FC236}">
                  <a16:creationId xmlns:a16="http://schemas.microsoft.com/office/drawing/2014/main" id="{99C9F786-8BD9-1EA4-C796-146C0DA0BC7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2" name="Freeform 8">
              <a:extLst>
                <a:ext uri="{FF2B5EF4-FFF2-40B4-BE49-F238E27FC236}">
                  <a16:creationId xmlns:a16="http://schemas.microsoft.com/office/drawing/2014/main" id="{0BB4A127-5C47-B600-59F5-DBC463DEEB60}"/>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3" name="Freeform 9">
              <a:extLst>
                <a:ext uri="{FF2B5EF4-FFF2-40B4-BE49-F238E27FC236}">
                  <a16:creationId xmlns:a16="http://schemas.microsoft.com/office/drawing/2014/main" id="{6F379A8D-C637-5E0F-177D-355BB13576C2}"/>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4" name="Freeform 10">
              <a:extLst>
                <a:ext uri="{FF2B5EF4-FFF2-40B4-BE49-F238E27FC236}">
                  <a16:creationId xmlns:a16="http://schemas.microsoft.com/office/drawing/2014/main" id="{A2A10FD1-62CF-7ACC-52B0-E91079F17AA0}"/>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5" name="Freeform 11">
              <a:extLst>
                <a:ext uri="{FF2B5EF4-FFF2-40B4-BE49-F238E27FC236}">
                  <a16:creationId xmlns:a16="http://schemas.microsoft.com/office/drawing/2014/main" id="{870366BD-25DA-ED20-63DE-94D786730CD9}"/>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6" name="Freeform 12">
              <a:extLst>
                <a:ext uri="{FF2B5EF4-FFF2-40B4-BE49-F238E27FC236}">
                  <a16:creationId xmlns:a16="http://schemas.microsoft.com/office/drawing/2014/main" id="{3C4EE07C-439B-47EE-AE99-945C986C7BB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7" name="Rectangle 13">
              <a:extLst>
                <a:ext uri="{FF2B5EF4-FFF2-40B4-BE49-F238E27FC236}">
                  <a16:creationId xmlns:a16="http://schemas.microsoft.com/office/drawing/2014/main" id="{D965D628-567F-0F48-5365-F8CA3579801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8" name="Freeform 14">
              <a:extLst>
                <a:ext uri="{FF2B5EF4-FFF2-40B4-BE49-F238E27FC236}">
                  <a16:creationId xmlns:a16="http://schemas.microsoft.com/office/drawing/2014/main" id="{BC8B6938-CAA2-B4BC-42D3-0EDD7DDD371A}"/>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39" name="Freeform 15">
              <a:extLst>
                <a:ext uri="{FF2B5EF4-FFF2-40B4-BE49-F238E27FC236}">
                  <a16:creationId xmlns:a16="http://schemas.microsoft.com/office/drawing/2014/main" id="{63E05349-F9DE-8676-036F-30F65E12DC91}"/>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0" name="Freeform 16">
              <a:extLst>
                <a:ext uri="{FF2B5EF4-FFF2-40B4-BE49-F238E27FC236}">
                  <a16:creationId xmlns:a16="http://schemas.microsoft.com/office/drawing/2014/main" id="{162B0012-DD11-1EC4-B5C6-3D94856BB0A6}"/>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1" name="Freeform 17">
              <a:extLst>
                <a:ext uri="{FF2B5EF4-FFF2-40B4-BE49-F238E27FC236}">
                  <a16:creationId xmlns:a16="http://schemas.microsoft.com/office/drawing/2014/main" id="{4B8CC901-9B3A-5E16-B327-AA66176F34BD}"/>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2" name="Freeform 18">
              <a:extLst>
                <a:ext uri="{FF2B5EF4-FFF2-40B4-BE49-F238E27FC236}">
                  <a16:creationId xmlns:a16="http://schemas.microsoft.com/office/drawing/2014/main" id="{9AF6DCBC-560C-BC68-9DC2-805FF2351AF4}"/>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3" name="Freeform 19">
              <a:extLst>
                <a:ext uri="{FF2B5EF4-FFF2-40B4-BE49-F238E27FC236}">
                  <a16:creationId xmlns:a16="http://schemas.microsoft.com/office/drawing/2014/main" id="{97E2E3FC-E609-3679-4150-453D97EE6FC4}"/>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4" name="Freeform 20">
              <a:extLst>
                <a:ext uri="{FF2B5EF4-FFF2-40B4-BE49-F238E27FC236}">
                  <a16:creationId xmlns:a16="http://schemas.microsoft.com/office/drawing/2014/main" id="{9F4ABEA9-1A81-817C-E534-ABAEE0A9448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5" name="Freeform 21">
              <a:extLst>
                <a:ext uri="{FF2B5EF4-FFF2-40B4-BE49-F238E27FC236}">
                  <a16:creationId xmlns:a16="http://schemas.microsoft.com/office/drawing/2014/main" id="{F39F663D-863B-95F4-9C8D-A255033CF816}"/>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6" name="Rectangle 22">
              <a:extLst>
                <a:ext uri="{FF2B5EF4-FFF2-40B4-BE49-F238E27FC236}">
                  <a16:creationId xmlns:a16="http://schemas.microsoft.com/office/drawing/2014/main" id="{839E31C3-1121-39D4-C523-AF9278E33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7" name="Freeform 23">
              <a:extLst>
                <a:ext uri="{FF2B5EF4-FFF2-40B4-BE49-F238E27FC236}">
                  <a16:creationId xmlns:a16="http://schemas.microsoft.com/office/drawing/2014/main" id="{9ABD2C86-02DE-67C1-FF24-6ECA94DBD7BC}"/>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8" name="Freeform 24">
              <a:extLst>
                <a:ext uri="{FF2B5EF4-FFF2-40B4-BE49-F238E27FC236}">
                  <a16:creationId xmlns:a16="http://schemas.microsoft.com/office/drawing/2014/main" id="{9E88B94F-BDA7-A0B7-062B-23D6737CE162}"/>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49" name="Freeform 25">
              <a:extLst>
                <a:ext uri="{FF2B5EF4-FFF2-40B4-BE49-F238E27FC236}">
                  <a16:creationId xmlns:a16="http://schemas.microsoft.com/office/drawing/2014/main" id="{6EB3AD21-E91E-06BE-C3F4-81D66268AB62}"/>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sz="6901"/>
            </a:p>
          </p:txBody>
        </p:sp>
        <p:sp>
          <p:nvSpPr>
            <p:cNvPr id="50" name="Line 26">
              <a:extLst>
                <a:ext uri="{FF2B5EF4-FFF2-40B4-BE49-F238E27FC236}">
                  <a16:creationId xmlns:a16="http://schemas.microsoft.com/office/drawing/2014/main" id="{50049BF7-8BB5-79CD-67D6-5BE9782E5705}"/>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sz="6901"/>
                <a:t> </a:t>
              </a:r>
              <a:endParaRPr lang="ar-SA" sz="6901"/>
            </a:p>
          </p:txBody>
        </p:sp>
        <p:sp>
          <p:nvSpPr>
            <p:cNvPr id="51" name="Line 27">
              <a:extLst>
                <a:ext uri="{FF2B5EF4-FFF2-40B4-BE49-F238E27FC236}">
                  <a16:creationId xmlns:a16="http://schemas.microsoft.com/office/drawing/2014/main" id="{AF1B7649-24BD-FC20-4002-30F99C576E7E}"/>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sp>
          <p:nvSpPr>
            <p:cNvPr id="52" name="Line 29">
              <a:extLst>
                <a:ext uri="{FF2B5EF4-FFF2-40B4-BE49-F238E27FC236}">
                  <a16:creationId xmlns:a16="http://schemas.microsoft.com/office/drawing/2014/main" id="{D0E51BF0-A848-6B99-A1F7-AFF3F5A9DE3C}"/>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sz="6901"/>
            </a:p>
          </p:txBody>
        </p:sp>
      </p:grpSp>
      <p:sp>
        <p:nvSpPr>
          <p:cNvPr id="8" name="Text Placeholder 2">
            <a:extLst>
              <a:ext uri="{FF2B5EF4-FFF2-40B4-BE49-F238E27FC236}">
                <a16:creationId xmlns:a16="http://schemas.microsoft.com/office/drawing/2014/main" id="{9DB1C131-7A60-313B-7C9D-C0F70E185FEE}"/>
              </a:ext>
            </a:extLst>
          </p:cNvPr>
          <p:cNvSpPr>
            <a:spLocks noGrp="1"/>
          </p:cNvSpPr>
          <p:nvPr>
            <p:ph type="body" idx="10"/>
          </p:nvPr>
        </p:nvSpPr>
        <p:spPr>
          <a:xfrm>
            <a:off x="25877332" y="16513753"/>
            <a:ext cx="15928796" cy="12507006"/>
          </a:xfrm>
        </p:spPr>
        <p:txBody>
          <a:bodyPr anchor="b" anchorCtr="0"/>
          <a:lstStyle>
            <a:lvl1pPr marL="0" indent="0">
              <a:spcAft>
                <a:spcPts val="0"/>
              </a:spcAft>
              <a:buNone/>
              <a:defRPr sz="2262">
                <a:solidFill>
                  <a:schemeClr val="bg1"/>
                </a:solidFill>
                <a:latin typeface="Roboto Mono" pitchFamily="2" charset="0"/>
                <a:ea typeface="Roboto Mono" pitchFamily="2" charset="0"/>
              </a:defRPr>
            </a:lvl1pPr>
            <a:lvl2pPr marL="646377" indent="0">
              <a:buNone/>
              <a:defRPr sz="2828">
                <a:solidFill>
                  <a:schemeClr val="tx1">
                    <a:tint val="75000"/>
                  </a:schemeClr>
                </a:solidFill>
              </a:defRPr>
            </a:lvl2pPr>
            <a:lvl3pPr marL="1292753" indent="0">
              <a:buNone/>
              <a:defRPr sz="2545">
                <a:solidFill>
                  <a:schemeClr val="tx1">
                    <a:tint val="75000"/>
                  </a:schemeClr>
                </a:solidFill>
              </a:defRPr>
            </a:lvl3pPr>
            <a:lvl4pPr marL="1939128" indent="0">
              <a:buNone/>
              <a:defRPr sz="2262">
                <a:solidFill>
                  <a:schemeClr val="tx1">
                    <a:tint val="75000"/>
                  </a:schemeClr>
                </a:solidFill>
              </a:defRPr>
            </a:lvl4pPr>
            <a:lvl5pPr marL="2585505" indent="0">
              <a:buNone/>
              <a:defRPr sz="2262">
                <a:solidFill>
                  <a:schemeClr val="tx1">
                    <a:tint val="75000"/>
                  </a:schemeClr>
                </a:solidFill>
              </a:defRPr>
            </a:lvl5pPr>
            <a:lvl6pPr marL="3231880" indent="0">
              <a:buNone/>
              <a:defRPr sz="2262">
                <a:solidFill>
                  <a:schemeClr val="tx1">
                    <a:tint val="75000"/>
                  </a:schemeClr>
                </a:solidFill>
              </a:defRPr>
            </a:lvl6pPr>
            <a:lvl7pPr marL="3878257" indent="0">
              <a:buNone/>
              <a:defRPr sz="2262">
                <a:solidFill>
                  <a:schemeClr val="tx1">
                    <a:tint val="75000"/>
                  </a:schemeClr>
                </a:solidFill>
              </a:defRPr>
            </a:lvl7pPr>
            <a:lvl8pPr marL="4524632" indent="0">
              <a:buNone/>
              <a:defRPr sz="2262">
                <a:solidFill>
                  <a:schemeClr val="tx1">
                    <a:tint val="75000"/>
                  </a:schemeClr>
                </a:solidFill>
              </a:defRPr>
            </a:lvl8pPr>
            <a:lvl9pPr marL="5171009" indent="0">
              <a:buNone/>
              <a:defRPr sz="2262">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408571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E5B8DD-4ADB-B120-268F-DFAA0362B915}"/>
              </a:ext>
            </a:extLst>
          </p:cNvPr>
          <p:cNvSpPr>
            <a:spLocks noGrp="1"/>
          </p:cNvSpPr>
          <p:nvPr>
            <p:ph type="title"/>
          </p:nvPr>
        </p:nvSpPr>
        <p:spPr>
          <a:xfrm>
            <a:off x="1995282" y="2630370"/>
            <a:ext cx="30854380" cy="4833321"/>
          </a:xfrm>
          <a:prstGeom prst="rect">
            <a:avLst/>
          </a:prstGeom>
        </p:spPr>
        <p:txBody>
          <a:bodyPr vert="horz" lIns="0" tIns="0" rIns="0" bIns="0" rtlCol="0" anchor="t" anchorCtr="0">
            <a:noAutofit/>
          </a:bodyPr>
          <a:lstStyle/>
          <a:p>
            <a:r>
              <a:rPr lang="en-GB"/>
              <a:t>Click to edit Master title style</a:t>
            </a:r>
          </a:p>
        </p:txBody>
      </p:sp>
      <p:sp>
        <p:nvSpPr>
          <p:cNvPr id="3" name="Text Placeholder 2">
            <a:extLst>
              <a:ext uri="{FF2B5EF4-FFF2-40B4-BE49-F238E27FC236}">
                <a16:creationId xmlns:a16="http://schemas.microsoft.com/office/drawing/2014/main" id="{036BFAB1-7A5B-2D25-9DEE-F8F5D58704BC}"/>
              </a:ext>
            </a:extLst>
          </p:cNvPr>
          <p:cNvSpPr>
            <a:spLocks noGrp="1"/>
          </p:cNvSpPr>
          <p:nvPr>
            <p:ph type="body" idx="1"/>
          </p:nvPr>
        </p:nvSpPr>
        <p:spPr>
          <a:xfrm>
            <a:off x="1995285" y="8750515"/>
            <a:ext cx="38818780" cy="18060923"/>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58EB28B-8195-4E7C-61A0-6A02093082B8}"/>
              </a:ext>
            </a:extLst>
          </p:cNvPr>
          <p:cNvSpPr>
            <a:spLocks noGrp="1"/>
          </p:cNvSpPr>
          <p:nvPr>
            <p:ph type="dt" sz="half" idx="2"/>
          </p:nvPr>
        </p:nvSpPr>
        <p:spPr>
          <a:xfrm>
            <a:off x="19908212" y="27765251"/>
            <a:ext cx="5969116" cy="1255503"/>
          </a:xfrm>
          <a:prstGeom prst="rect">
            <a:avLst/>
          </a:prstGeom>
        </p:spPr>
        <p:txBody>
          <a:bodyPr vert="horz" lIns="0" tIns="0" rIns="0" bIns="0" rtlCol="0" anchor="ctr" anchorCtr="0">
            <a:noAutofit/>
          </a:bodyPr>
          <a:lstStyle>
            <a:lvl1pPr algn="r">
              <a:defRPr sz="1414">
                <a:solidFill>
                  <a:schemeClr val="tx1"/>
                </a:solidFill>
                <a:latin typeface="Roboto Mono" pitchFamily="2" charset="0"/>
                <a:ea typeface="Roboto Mono" pitchFamily="2" charset="0"/>
              </a:defRPr>
            </a:lvl1pPr>
          </a:lstStyle>
          <a:p>
            <a:fld id="{C42A0F52-6B0D-4E0A-B834-2E026D853F37}" type="datetime1">
              <a:rPr lang="en-GB" smtClean="0"/>
              <a:t>29/10/2025</a:t>
            </a:fld>
            <a:endParaRPr lang="en-GB"/>
          </a:p>
        </p:txBody>
      </p:sp>
      <p:sp>
        <p:nvSpPr>
          <p:cNvPr id="5" name="Footer Placeholder 4">
            <a:extLst>
              <a:ext uri="{FF2B5EF4-FFF2-40B4-BE49-F238E27FC236}">
                <a16:creationId xmlns:a16="http://schemas.microsoft.com/office/drawing/2014/main" id="{2607CD13-F9ED-4F28-35D0-7B640AE9A7AA}"/>
              </a:ext>
            </a:extLst>
          </p:cNvPr>
          <p:cNvSpPr>
            <a:spLocks noGrp="1"/>
          </p:cNvSpPr>
          <p:nvPr>
            <p:ph type="ftr" sz="quarter" idx="3"/>
          </p:nvPr>
        </p:nvSpPr>
        <p:spPr>
          <a:xfrm>
            <a:off x="1995288" y="27765260"/>
            <a:ext cx="17912929" cy="1255503"/>
          </a:xfrm>
          <a:prstGeom prst="rect">
            <a:avLst/>
          </a:prstGeom>
        </p:spPr>
        <p:txBody>
          <a:bodyPr vert="horz" lIns="0" tIns="0" rIns="0" bIns="0" rtlCol="0" anchor="ctr" anchorCtr="0">
            <a:noAutofit/>
          </a:bodyPr>
          <a:lstStyle>
            <a:lvl1pPr algn="l">
              <a:defRPr sz="1414">
                <a:solidFill>
                  <a:schemeClr val="tx1"/>
                </a:solidFill>
                <a:latin typeface="Roboto Mono" pitchFamily="2" charset="0"/>
                <a:ea typeface="Roboto Mono" pitchFamily="2" charset="0"/>
              </a:defRPr>
            </a:lvl1pPr>
          </a:lstStyle>
          <a:p>
            <a:r>
              <a:rPr lang="en-GB"/>
              <a:t>Presentation title</a:t>
            </a:r>
          </a:p>
        </p:txBody>
      </p:sp>
      <p:sp>
        <p:nvSpPr>
          <p:cNvPr id="6" name="Slide Number Placeholder 5">
            <a:extLst>
              <a:ext uri="{FF2B5EF4-FFF2-40B4-BE49-F238E27FC236}">
                <a16:creationId xmlns:a16="http://schemas.microsoft.com/office/drawing/2014/main" id="{F5FAEEF6-E136-7759-718C-FEFDD6F8BDFE}"/>
              </a:ext>
            </a:extLst>
          </p:cNvPr>
          <p:cNvSpPr>
            <a:spLocks noGrp="1"/>
          </p:cNvSpPr>
          <p:nvPr>
            <p:ph type="sldNum" sz="quarter" idx="4"/>
          </p:nvPr>
        </p:nvSpPr>
        <p:spPr>
          <a:xfrm>
            <a:off x="38818789" y="27765251"/>
            <a:ext cx="1995280" cy="1255503"/>
          </a:xfrm>
          <a:prstGeom prst="rect">
            <a:avLst/>
          </a:prstGeom>
        </p:spPr>
        <p:txBody>
          <a:bodyPr vert="horz" lIns="0" tIns="0" rIns="0" bIns="0" rtlCol="0" anchor="ctr" anchorCtr="0">
            <a:noAutofit/>
          </a:bodyPr>
          <a:lstStyle>
            <a:lvl1pPr algn="r">
              <a:defRPr sz="1414">
                <a:solidFill>
                  <a:schemeClr val="tx1"/>
                </a:solidFill>
                <a:latin typeface="Roboto Mono" pitchFamily="2" charset="0"/>
                <a:ea typeface="Roboto Mono" pitchFamily="2" charset="0"/>
              </a:defRPr>
            </a:lvl1pPr>
          </a:lstStyle>
          <a:p>
            <a:fld id="{255DAFDF-2EF6-44FB-8AA4-C1E9B7563AAC}" type="slidenum">
              <a:rPr lang="en-GB" smtClean="0"/>
              <a:pPr/>
              <a:t>‹#›</a:t>
            </a:fld>
            <a:endParaRPr lang="en-GB"/>
          </a:p>
        </p:txBody>
      </p:sp>
    </p:spTree>
    <p:extLst>
      <p:ext uri="{BB962C8B-B14F-4D97-AF65-F5344CB8AC3E}">
        <p14:creationId xmlns:p14="http://schemas.microsoft.com/office/powerpoint/2010/main" val="36305516"/>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8" r:id="rId3"/>
    <p:sldLayoutId id="2147483662" r:id="rId4"/>
    <p:sldLayoutId id="2147483656" r:id="rId5"/>
    <p:sldLayoutId id="2147483663" r:id="rId6"/>
    <p:sldLayoutId id="2147483659" r:id="rId7"/>
    <p:sldLayoutId id="2147483664" r:id="rId8"/>
    <p:sldLayoutId id="2147483650" r:id="rId9"/>
    <p:sldLayoutId id="2147483660" r:id="rId10"/>
    <p:sldLayoutId id="2147483671" r:id="rId11"/>
    <p:sldLayoutId id="2147483651" r:id="rId12"/>
    <p:sldLayoutId id="2147483665" r:id="rId13"/>
    <p:sldLayoutId id="2147483652" r:id="rId14"/>
    <p:sldLayoutId id="2147483666" r:id="rId15"/>
    <p:sldLayoutId id="2147483667" r:id="rId16"/>
    <p:sldLayoutId id="2147483654" r:id="rId17"/>
    <p:sldLayoutId id="2147483655" r:id="rId18"/>
    <p:sldLayoutId id="2147483668" r:id="rId19"/>
    <p:sldLayoutId id="2147483669" r:id="rId20"/>
  </p:sldLayoutIdLst>
  <p:hf hdr="0" dt="0"/>
  <p:txStyles>
    <p:titleStyle>
      <a:lvl1pPr algn="l" defTabSz="1292753" rtl="0" eaLnBrk="1" latinLnBrk="0" hangingPunct="1">
        <a:lnSpc>
          <a:spcPct val="85000"/>
        </a:lnSpc>
        <a:spcBef>
          <a:spcPct val="0"/>
        </a:spcBef>
        <a:buNone/>
        <a:defRPr sz="6221" kern="1200" spc="283" baseline="0">
          <a:solidFill>
            <a:schemeClr val="tx1"/>
          </a:solidFill>
          <a:latin typeface="+mj-lt"/>
          <a:ea typeface="+mj-ea"/>
          <a:cs typeface="+mj-cs"/>
        </a:defRPr>
      </a:lvl1pPr>
    </p:titleStyle>
    <p:bodyStyle>
      <a:lvl1pPr marL="0" indent="0" algn="l" defTabSz="1292753" rtl="0" eaLnBrk="1" latinLnBrk="0" hangingPunct="1">
        <a:lnSpc>
          <a:spcPct val="100000"/>
        </a:lnSpc>
        <a:spcBef>
          <a:spcPts val="0"/>
        </a:spcBef>
        <a:spcAft>
          <a:spcPts val="1414"/>
        </a:spcAft>
        <a:buFont typeface="Arial" panose="020B0604020202020204" pitchFamily="34" charset="0"/>
        <a:buNone/>
        <a:defRPr sz="1979" kern="1200">
          <a:solidFill>
            <a:schemeClr val="tx1"/>
          </a:solidFill>
          <a:latin typeface="+mn-lt"/>
          <a:ea typeface="+mn-ea"/>
          <a:cs typeface="+mn-cs"/>
        </a:defRPr>
      </a:lvl1pPr>
      <a:lvl2pPr marL="0" indent="0" algn="l" defTabSz="1292753" rtl="0" eaLnBrk="1" latinLnBrk="0" hangingPunct="1">
        <a:lnSpc>
          <a:spcPct val="100000"/>
        </a:lnSpc>
        <a:spcBef>
          <a:spcPts val="0"/>
        </a:spcBef>
        <a:spcAft>
          <a:spcPts val="1414"/>
        </a:spcAft>
        <a:buFont typeface="Arial" panose="020B0604020202020204" pitchFamily="34" charset="0"/>
        <a:buNone/>
        <a:defRPr sz="1979" b="1" kern="1200" spc="0" baseline="0">
          <a:solidFill>
            <a:schemeClr val="tx1"/>
          </a:solidFill>
          <a:latin typeface="+mn-lt"/>
          <a:ea typeface="+mn-ea"/>
          <a:cs typeface="+mn-cs"/>
        </a:defRPr>
      </a:lvl2pPr>
      <a:lvl3pPr marL="381541" indent="-381541" algn="l" defTabSz="1292753" rtl="0" eaLnBrk="1" latinLnBrk="0" hangingPunct="1">
        <a:lnSpc>
          <a:spcPct val="100000"/>
        </a:lnSpc>
        <a:spcBef>
          <a:spcPts val="0"/>
        </a:spcBef>
        <a:spcAft>
          <a:spcPts val="1414"/>
        </a:spcAft>
        <a:buSzPct val="80000"/>
        <a:buFont typeface="Wingdings" panose="05000000000000000000" pitchFamily="2" charset="2"/>
        <a:buChar char=""/>
        <a:defRPr sz="1979" kern="1200">
          <a:solidFill>
            <a:schemeClr val="tx1"/>
          </a:solidFill>
          <a:latin typeface="+mn-lt"/>
          <a:ea typeface="+mn-ea"/>
          <a:cs typeface="+mn-cs"/>
        </a:defRPr>
      </a:lvl3pPr>
      <a:lvl4pPr marL="763083" indent="-381541" algn="l" defTabSz="1292753" rtl="0" eaLnBrk="1" latinLnBrk="0" hangingPunct="1">
        <a:lnSpc>
          <a:spcPct val="100000"/>
        </a:lnSpc>
        <a:spcBef>
          <a:spcPts val="0"/>
        </a:spcBef>
        <a:spcAft>
          <a:spcPts val="1414"/>
        </a:spcAft>
        <a:buSzPct val="80000"/>
        <a:buFont typeface="Wingdings" panose="05000000000000000000" pitchFamily="2" charset="2"/>
        <a:buChar char="n"/>
        <a:defRPr sz="1979" kern="1200">
          <a:solidFill>
            <a:schemeClr val="tx1"/>
          </a:solidFill>
          <a:latin typeface="+mn-lt"/>
          <a:ea typeface="+mn-ea"/>
          <a:cs typeface="+mn-cs"/>
        </a:defRPr>
      </a:lvl4pPr>
      <a:lvl5pPr marL="1137893" indent="-374810" algn="l" defTabSz="1292753" rtl="0" eaLnBrk="1" latinLnBrk="0" hangingPunct="1">
        <a:lnSpc>
          <a:spcPct val="100000"/>
        </a:lnSpc>
        <a:spcBef>
          <a:spcPts val="0"/>
        </a:spcBef>
        <a:spcAft>
          <a:spcPts val="1414"/>
        </a:spcAft>
        <a:buSzPct val="80000"/>
        <a:buFont typeface="Wingdings" panose="05000000000000000000" pitchFamily="2" charset="2"/>
        <a:buChar char="n"/>
        <a:defRPr sz="1979" kern="1200">
          <a:solidFill>
            <a:schemeClr val="tx1"/>
          </a:solidFill>
          <a:latin typeface="+mn-lt"/>
          <a:ea typeface="+mn-ea"/>
          <a:cs typeface="+mn-cs"/>
        </a:defRPr>
      </a:lvl5pPr>
      <a:lvl6pPr marL="484782" indent="-484782" algn="l" defTabSz="1292753" rtl="0" eaLnBrk="1" latinLnBrk="0" hangingPunct="1">
        <a:lnSpc>
          <a:spcPct val="100000"/>
        </a:lnSpc>
        <a:spcBef>
          <a:spcPts val="0"/>
        </a:spcBef>
        <a:spcAft>
          <a:spcPts val="1414"/>
        </a:spcAft>
        <a:buSzPct val="80000"/>
        <a:buFont typeface="+mj-lt"/>
        <a:buAutoNum type="arabicPeriod"/>
        <a:defRPr sz="1979" kern="1200">
          <a:solidFill>
            <a:schemeClr val="tx1"/>
          </a:solidFill>
          <a:latin typeface="+mn-lt"/>
          <a:ea typeface="+mn-ea"/>
          <a:cs typeface="+mn-cs"/>
        </a:defRPr>
      </a:lvl6pPr>
      <a:lvl7pPr marL="1014451" indent="-484782" algn="l" defTabSz="1292753" rtl="0" eaLnBrk="1" latinLnBrk="0" hangingPunct="1">
        <a:lnSpc>
          <a:spcPct val="100000"/>
        </a:lnSpc>
        <a:spcBef>
          <a:spcPts val="0"/>
        </a:spcBef>
        <a:spcAft>
          <a:spcPts val="1414"/>
        </a:spcAft>
        <a:buSzPct val="80000"/>
        <a:buFont typeface="+mj-lt"/>
        <a:buAutoNum type="alphaLcPeriod"/>
        <a:defRPr sz="1979" kern="1200">
          <a:solidFill>
            <a:schemeClr val="tx1"/>
          </a:solidFill>
          <a:latin typeface="+mn-lt"/>
          <a:ea typeface="+mn-ea"/>
          <a:cs typeface="+mn-cs"/>
        </a:defRPr>
      </a:lvl7pPr>
      <a:lvl8pPr marL="1521677" indent="-484782" algn="l" defTabSz="1292753" rtl="0" eaLnBrk="1" latinLnBrk="0" hangingPunct="1">
        <a:lnSpc>
          <a:spcPct val="100000"/>
        </a:lnSpc>
        <a:spcBef>
          <a:spcPts val="0"/>
        </a:spcBef>
        <a:spcAft>
          <a:spcPts val="1414"/>
        </a:spcAft>
        <a:buSzPct val="80000"/>
        <a:buFont typeface="+mj-lt"/>
        <a:buAutoNum type="romanLcPeriod"/>
        <a:defRPr sz="1979" kern="1200">
          <a:solidFill>
            <a:schemeClr val="tx1"/>
          </a:solidFill>
          <a:latin typeface="+mn-lt"/>
          <a:ea typeface="+mn-ea"/>
          <a:cs typeface="+mn-cs"/>
        </a:defRPr>
      </a:lvl8pPr>
      <a:lvl9pPr marL="2028903" indent="-484782" algn="l" defTabSz="1292753" rtl="0" eaLnBrk="1" latinLnBrk="0" hangingPunct="1">
        <a:lnSpc>
          <a:spcPct val="100000"/>
        </a:lnSpc>
        <a:spcBef>
          <a:spcPts val="0"/>
        </a:spcBef>
        <a:spcAft>
          <a:spcPts val="1414"/>
        </a:spcAft>
        <a:buSzPct val="80000"/>
        <a:buFont typeface="+mj-lt"/>
        <a:buAutoNum type="alphaUcPeriod"/>
        <a:defRPr sz="1979" kern="1200">
          <a:solidFill>
            <a:schemeClr val="tx1"/>
          </a:solidFill>
          <a:latin typeface="+mn-lt"/>
          <a:ea typeface="+mn-ea"/>
          <a:cs typeface="+mn-cs"/>
        </a:defRPr>
      </a:lvl9pPr>
    </p:bodyStyle>
    <p:otherStyle>
      <a:defPPr>
        <a:defRPr lang="en-US"/>
      </a:defPPr>
      <a:lvl1pPr marL="0" algn="l" defTabSz="1292753" rtl="0" eaLnBrk="1" latinLnBrk="0" hangingPunct="1">
        <a:defRPr sz="1979" kern="1200">
          <a:solidFill>
            <a:schemeClr val="tx1"/>
          </a:solidFill>
          <a:latin typeface="+mn-lt"/>
          <a:ea typeface="+mn-ea"/>
          <a:cs typeface="+mn-cs"/>
        </a:defRPr>
      </a:lvl1pPr>
      <a:lvl2pPr marL="646377" algn="l" defTabSz="1292753" rtl="0" eaLnBrk="1" latinLnBrk="0" hangingPunct="1">
        <a:defRPr sz="1979" kern="1200">
          <a:solidFill>
            <a:schemeClr val="tx1"/>
          </a:solidFill>
          <a:latin typeface="+mn-lt"/>
          <a:ea typeface="+mn-ea"/>
          <a:cs typeface="+mn-cs"/>
        </a:defRPr>
      </a:lvl2pPr>
      <a:lvl3pPr marL="1292753" algn="l" defTabSz="1292753" rtl="0" eaLnBrk="1" latinLnBrk="0" hangingPunct="1">
        <a:defRPr sz="1979" kern="1200">
          <a:solidFill>
            <a:schemeClr val="tx1"/>
          </a:solidFill>
          <a:latin typeface="+mn-lt"/>
          <a:ea typeface="+mn-ea"/>
          <a:cs typeface="+mn-cs"/>
        </a:defRPr>
      </a:lvl3pPr>
      <a:lvl4pPr marL="1939128" algn="l" defTabSz="1292753" rtl="0" eaLnBrk="1" latinLnBrk="0" hangingPunct="1">
        <a:defRPr sz="1979" kern="1200">
          <a:solidFill>
            <a:schemeClr val="tx1"/>
          </a:solidFill>
          <a:latin typeface="+mn-lt"/>
          <a:ea typeface="+mn-ea"/>
          <a:cs typeface="+mn-cs"/>
        </a:defRPr>
      </a:lvl4pPr>
      <a:lvl5pPr marL="2585505" algn="l" defTabSz="1292753" rtl="0" eaLnBrk="1" latinLnBrk="0" hangingPunct="1">
        <a:defRPr sz="1979" kern="1200">
          <a:solidFill>
            <a:schemeClr val="tx1"/>
          </a:solidFill>
          <a:latin typeface="+mn-lt"/>
          <a:ea typeface="+mn-ea"/>
          <a:cs typeface="+mn-cs"/>
        </a:defRPr>
      </a:lvl5pPr>
      <a:lvl6pPr marL="3231880" algn="l" defTabSz="1292753" rtl="0" eaLnBrk="1" latinLnBrk="0" hangingPunct="1">
        <a:defRPr sz="1979" kern="1200">
          <a:solidFill>
            <a:schemeClr val="tx1"/>
          </a:solidFill>
          <a:latin typeface="+mn-lt"/>
          <a:ea typeface="+mn-ea"/>
          <a:cs typeface="+mn-cs"/>
        </a:defRPr>
      </a:lvl6pPr>
      <a:lvl7pPr marL="3878257" algn="l" defTabSz="1292753" rtl="0" eaLnBrk="1" latinLnBrk="0" hangingPunct="1">
        <a:defRPr sz="1979" kern="1200">
          <a:solidFill>
            <a:schemeClr val="tx1"/>
          </a:solidFill>
          <a:latin typeface="+mn-lt"/>
          <a:ea typeface="+mn-ea"/>
          <a:cs typeface="+mn-cs"/>
        </a:defRPr>
      </a:lvl7pPr>
      <a:lvl8pPr marL="4524632" algn="l" defTabSz="1292753" rtl="0" eaLnBrk="1" latinLnBrk="0" hangingPunct="1">
        <a:defRPr sz="1979" kern="1200">
          <a:solidFill>
            <a:schemeClr val="tx1"/>
          </a:solidFill>
          <a:latin typeface="+mn-lt"/>
          <a:ea typeface="+mn-ea"/>
          <a:cs typeface="+mn-cs"/>
        </a:defRPr>
      </a:lvl8pPr>
      <a:lvl9pPr marL="5171009" algn="l" defTabSz="1292753" rtl="0" eaLnBrk="1" latinLnBrk="0" hangingPunct="1">
        <a:defRPr sz="19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29" userDrawn="1">
          <p15:clr>
            <a:srgbClr val="F26B43"/>
          </p15:clr>
        </p15:guide>
        <p15:guide id="2" pos="1257" userDrawn="1">
          <p15:clr>
            <a:srgbClr val="F26B43"/>
          </p15:clr>
        </p15:guide>
        <p15:guide id="3" pos="1882" userDrawn="1">
          <p15:clr>
            <a:srgbClr val="F26B43"/>
          </p15:clr>
        </p15:guide>
        <p15:guide id="4" pos="2507" userDrawn="1">
          <p15:clr>
            <a:srgbClr val="F26B43"/>
          </p15:clr>
        </p15:guide>
        <p15:guide id="7" pos="26334" userDrawn="1">
          <p15:clr>
            <a:srgbClr val="F26B43"/>
          </p15:clr>
        </p15:guide>
        <p15:guide id="8" pos="25710" userDrawn="1">
          <p15:clr>
            <a:srgbClr val="F26B43"/>
          </p15:clr>
        </p15:guide>
        <p15:guide id="9" pos="3134" userDrawn="1">
          <p15:clr>
            <a:srgbClr val="F26B43"/>
          </p15:clr>
        </p15:guide>
        <p15:guide id="10" pos="3764" userDrawn="1">
          <p15:clr>
            <a:srgbClr val="F26B43"/>
          </p15:clr>
        </p15:guide>
        <p15:guide id="11" pos="4391" userDrawn="1">
          <p15:clr>
            <a:srgbClr val="F26B43"/>
          </p15:clr>
        </p15:guide>
        <p15:guide id="12" pos="5016" userDrawn="1">
          <p15:clr>
            <a:srgbClr val="F26B43"/>
          </p15:clr>
        </p15:guide>
        <p15:guide id="13" pos="5643" userDrawn="1">
          <p15:clr>
            <a:srgbClr val="F26B43"/>
          </p15:clr>
        </p15:guide>
        <p15:guide id="14" pos="6269" userDrawn="1">
          <p15:clr>
            <a:srgbClr val="F26B43"/>
          </p15:clr>
        </p15:guide>
        <p15:guide id="15" pos="6895" userDrawn="1">
          <p15:clr>
            <a:srgbClr val="F26B43"/>
          </p15:clr>
        </p15:guide>
        <p15:guide id="16" pos="10659" userDrawn="1">
          <p15:clr>
            <a:srgbClr val="F26B43"/>
          </p15:clr>
        </p15:guide>
        <p15:guide id="17" pos="7524" userDrawn="1">
          <p15:clr>
            <a:srgbClr val="F26B43"/>
          </p15:clr>
        </p15:guide>
        <p15:guide id="18" pos="8154" userDrawn="1">
          <p15:clr>
            <a:srgbClr val="F26B43"/>
          </p15:clr>
        </p15:guide>
        <p15:guide id="19" pos="9406" userDrawn="1">
          <p15:clr>
            <a:srgbClr val="F26B43"/>
          </p15:clr>
        </p15:guide>
        <p15:guide id="20" pos="10034" userDrawn="1">
          <p15:clr>
            <a:srgbClr val="F26B43"/>
          </p15:clr>
        </p15:guide>
        <p15:guide id="21" pos="14422" userDrawn="1">
          <p15:clr>
            <a:srgbClr val="F26B43"/>
          </p15:clr>
        </p15:guide>
        <p15:guide id="22" pos="11288" userDrawn="1">
          <p15:clr>
            <a:srgbClr val="F26B43"/>
          </p15:clr>
        </p15:guide>
        <p15:guide id="23" pos="11909" userDrawn="1">
          <p15:clr>
            <a:srgbClr val="F26B43"/>
          </p15:clr>
        </p15:guide>
        <p15:guide id="24" pos="12541" userDrawn="1">
          <p15:clr>
            <a:srgbClr val="F26B43"/>
          </p15:clr>
        </p15:guide>
        <p15:guide id="25" pos="15675" userDrawn="1">
          <p15:clr>
            <a:srgbClr val="F26B43"/>
          </p15:clr>
        </p15:guide>
        <p15:guide id="26" pos="17557" userDrawn="1">
          <p15:clr>
            <a:srgbClr val="F26B43"/>
          </p15:clr>
        </p15:guide>
        <p15:guide id="27" pos="16300" userDrawn="1">
          <p15:clr>
            <a:srgbClr val="F26B43"/>
          </p15:clr>
        </p15:guide>
        <p15:guide id="28" pos="16929" userDrawn="1">
          <p15:clr>
            <a:srgbClr val="F26B43"/>
          </p15:clr>
        </p15:guide>
        <p15:guide id="29" pos="18182" userDrawn="1">
          <p15:clr>
            <a:srgbClr val="F26B43"/>
          </p15:clr>
        </p15:guide>
        <p15:guide id="30" pos="19439" userDrawn="1">
          <p15:clr>
            <a:srgbClr val="F26B43"/>
          </p15:clr>
        </p15:guide>
        <p15:guide id="31" pos="18809" userDrawn="1">
          <p15:clr>
            <a:srgbClr val="F26B43"/>
          </p15:clr>
        </p15:guide>
        <p15:guide id="32" pos="23199" userDrawn="1">
          <p15:clr>
            <a:srgbClr val="F26B43"/>
          </p15:clr>
        </p15:guide>
        <p15:guide id="33" pos="20065" userDrawn="1">
          <p15:clr>
            <a:srgbClr val="F26B43"/>
          </p15:clr>
        </p15:guide>
        <p15:guide id="34" pos="15047" userDrawn="1">
          <p15:clr>
            <a:srgbClr val="F26B43"/>
          </p15:clr>
        </p15:guide>
        <p15:guide id="36" pos="21318" userDrawn="1">
          <p15:clr>
            <a:srgbClr val="F26B43"/>
          </p15:clr>
        </p15:guide>
        <p15:guide id="38" pos="23824" userDrawn="1">
          <p15:clr>
            <a:srgbClr val="F26B43"/>
          </p15:clr>
        </p15:guide>
        <p15:guide id="39" pos="20694" userDrawn="1">
          <p15:clr>
            <a:srgbClr val="F26B43"/>
          </p15:clr>
        </p15:guide>
        <p15:guide id="40" pos="22572" userDrawn="1">
          <p15:clr>
            <a:srgbClr val="F26B43"/>
          </p15:clr>
        </p15:guide>
        <p15:guide id="43" pos="25081" userDrawn="1">
          <p15:clr>
            <a:srgbClr val="F26B43"/>
          </p15:clr>
        </p15:guide>
        <p15:guide id="45" pos="8781" userDrawn="1">
          <p15:clr>
            <a:srgbClr val="F26B43"/>
          </p15:clr>
        </p15:guide>
        <p15:guide id="48" pos="13170" userDrawn="1">
          <p15:clr>
            <a:srgbClr val="F26B43"/>
          </p15:clr>
        </p15:guide>
        <p15:guide id="49" pos="13793" userDrawn="1">
          <p15:clr>
            <a:srgbClr val="F26B43"/>
          </p15:clr>
        </p15:guide>
        <p15:guide id="50" pos="21947" userDrawn="1">
          <p15:clr>
            <a:srgbClr val="F26B43"/>
          </p15:clr>
        </p15:guide>
        <p15:guide id="51" pos="24453" userDrawn="1">
          <p15:clr>
            <a:srgbClr val="F26B43"/>
          </p15:clr>
        </p15:guide>
        <p15:guide id="52" orient="horz" pos="790" userDrawn="1">
          <p15:clr>
            <a:srgbClr val="F26B43"/>
          </p15:clr>
        </p15:guide>
        <p15:guide id="53" orient="horz" pos="18281" userDrawn="1">
          <p15:clr>
            <a:srgbClr val="F26B43"/>
          </p15:clr>
        </p15:guide>
        <p15:guide id="54" orient="horz" pos="5505" userDrawn="1">
          <p15:clr>
            <a:srgbClr val="F26B43"/>
          </p15:clr>
        </p15:guide>
        <p15:guide id="55" orient="horz" pos="16891" userDrawn="1">
          <p15:clr>
            <a:srgbClr val="F26B43"/>
          </p15:clr>
        </p15:guide>
        <p15:guide id="56" orient="horz" pos="17487"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hyperlink" Target="mailto:bernard.ogden@nationalarchives.gov.uk" TargetMode="External"/><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7E2">
            <a:alpha val="50196"/>
          </a:srgbClr>
        </a:solidFill>
        <a:effectLst/>
      </p:bgPr>
    </p:bg>
    <p:spTree>
      <p:nvGrpSpPr>
        <p:cNvPr id="1" name=""/>
        <p:cNvGrpSpPr/>
        <p:nvPr/>
      </p:nvGrpSpPr>
      <p:grpSpPr>
        <a:xfrm>
          <a:off x="0" y="0"/>
          <a:ext cx="0" cy="0"/>
          <a:chOff x="0" y="0"/>
          <a:chExt cx="0" cy="0"/>
        </a:xfrm>
      </p:grpSpPr>
      <p:sp>
        <p:nvSpPr>
          <p:cNvPr id="33" name="Content Placeholder 6">
            <a:extLst>
              <a:ext uri="{FF2B5EF4-FFF2-40B4-BE49-F238E27FC236}">
                <a16:creationId xmlns:a16="http://schemas.microsoft.com/office/drawing/2014/main" id="{E8B5AF35-65AA-3238-A616-A4D469B00BE0}"/>
              </a:ext>
              <a:ext uri="{C183D7F6-B498-43B3-948B-1728B52AA6E4}">
                <adec:decorative xmlns:adec="http://schemas.microsoft.com/office/drawing/2017/decorative" val="1"/>
              </a:ext>
            </a:extLst>
          </p:cNvPr>
          <p:cNvSpPr txBox="1">
            <a:spLocks/>
          </p:cNvSpPr>
          <p:nvPr/>
        </p:nvSpPr>
        <p:spPr>
          <a:xfrm>
            <a:off x="27461179" y="-1473099"/>
            <a:ext cx="13473936" cy="9897108"/>
          </a:xfrm>
          <a:prstGeom prst="rect">
            <a:avLst/>
          </a:prstGeom>
          <a:ln>
            <a:noFill/>
          </a:ln>
        </p:spPr>
        <p:txBody>
          <a:bodyPr vert="horz" lIns="254488" tIns="203590" rIns="254488" bIns="254488" rtlCol="0" anchor="t"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endParaRPr lang="en-GB" sz="3959"/>
          </a:p>
          <a:p>
            <a:endParaRPr lang="en-GB" sz="4241"/>
          </a:p>
        </p:txBody>
      </p:sp>
      <p:pic>
        <p:nvPicPr>
          <p:cNvPr id="83" name="Picture 82">
            <a:extLst>
              <a:ext uri="{FF2B5EF4-FFF2-40B4-BE49-F238E27FC236}">
                <a16:creationId xmlns:a16="http://schemas.microsoft.com/office/drawing/2014/main" id="{C26466FA-5DAA-E338-23C2-8AC7850DE4EE}"/>
              </a:ext>
              <a:ext uri="{C183D7F6-B498-43B3-948B-1728B52AA6E4}">
                <adec:decorative xmlns:adec="http://schemas.microsoft.com/office/drawing/2017/decorative" val="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l="13862" t="-111" r="35021" b="111"/>
          <a:stretch/>
        </p:blipFill>
        <p:spPr>
          <a:xfrm>
            <a:off x="19618255" y="-38926"/>
            <a:ext cx="23185512" cy="30231294"/>
          </a:xfrm>
          <a:prstGeom prst="rect">
            <a:avLst/>
          </a:prstGeom>
          <a:noFill/>
        </p:spPr>
      </p:pic>
      <p:sp>
        <p:nvSpPr>
          <p:cNvPr id="29" name="TextBox 28">
            <a:extLst>
              <a:ext uri="{FF2B5EF4-FFF2-40B4-BE49-F238E27FC236}">
                <a16:creationId xmlns:a16="http://schemas.microsoft.com/office/drawing/2014/main" id="{626108CF-ABA0-9F92-DF37-72ED131DFEE1}"/>
              </a:ext>
              <a:ext uri="{C183D7F6-B498-43B3-948B-1728B52AA6E4}">
                <adec:decorative xmlns:adec="http://schemas.microsoft.com/office/drawing/2017/decorative" val="1"/>
              </a:ext>
            </a:extLst>
          </p:cNvPr>
          <p:cNvSpPr txBox="1"/>
          <p:nvPr/>
        </p:nvSpPr>
        <p:spPr>
          <a:xfrm>
            <a:off x="35801881" y="23382954"/>
            <a:ext cx="6343523" cy="6315313"/>
          </a:xfrm>
          <a:prstGeom prst="rect">
            <a:avLst/>
          </a:prstGeom>
          <a:solidFill>
            <a:srgbClr val="9C193A"/>
          </a:solidFill>
          <a:ln w="19050">
            <a:noFill/>
            <a:miter lim="800000"/>
          </a:ln>
        </p:spPr>
        <p:txBody>
          <a:bodyPr wrap="square" lIns="305386" tIns="0" rIns="305386" bIns="0" rtlCol="0" anchor="ctr">
            <a:noAutofit/>
          </a:bodyPr>
          <a:lstStyle/>
          <a:p>
            <a:endParaRPr lang="en-GB" sz="7069">
              <a:solidFill>
                <a:schemeClr val="bg1"/>
              </a:solidFill>
              <a:latin typeface="+mj-lt"/>
            </a:endParaRPr>
          </a:p>
        </p:txBody>
      </p:sp>
      <p:sp>
        <p:nvSpPr>
          <p:cNvPr id="4" name="TextBox 3">
            <a:extLst>
              <a:ext uri="{FF2B5EF4-FFF2-40B4-BE49-F238E27FC236}">
                <a16:creationId xmlns:a16="http://schemas.microsoft.com/office/drawing/2014/main" id="{D24A1297-0046-D0BF-5682-EBE6B2DA20C2}"/>
              </a:ext>
              <a:ext uri="{C183D7F6-B498-43B3-948B-1728B52AA6E4}">
                <adec:decorative xmlns:adec="http://schemas.microsoft.com/office/drawing/2017/decorative" val="1"/>
              </a:ext>
            </a:extLst>
          </p:cNvPr>
          <p:cNvSpPr txBox="1"/>
          <p:nvPr/>
        </p:nvSpPr>
        <p:spPr>
          <a:xfrm>
            <a:off x="12061725" y="15137606"/>
            <a:ext cx="15809767" cy="11527973"/>
          </a:xfrm>
          <a:prstGeom prst="rect">
            <a:avLst/>
          </a:prstGeom>
          <a:solidFill>
            <a:srgbClr val="F9F7E2"/>
          </a:solidFill>
          <a:ln w="19050">
            <a:solidFill>
              <a:srgbClr val="FE1D57"/>
            </a:solidFill>
            <a:miter lim="800000"/>
          </a:ln>
        </p:spPr>
        <p:txBody>
          <a:bodyPr wrap="square" lIns="763464" tIns="0" rIns="763464" bIns="0" rtlCol="0" anchor="ctr">
            <a:noAutofit/>
          </a:bodyPr>
          <a:lstStyle/>
          <a:p>
            <a:pPr marL="0" lvl="2" indent="0">
              <a:buNone/>
            </a:pPr>
            <a:endParaRPr lang="en-GB" sz="4000">
              <a:ea typeface="Roboto Mono" pitchFamily="2" charset="0"/>
            </a:endParaRPr>
          </a:p>
        </p:txBody>
      </p:sp>
      <p:sp>
        <p:nvSpPr>
          <p:cNvPr id="36" name="Rectangle 35">
            <a:extLst>
              <a:ext uri="{FF2B5EF4-FFF2-40B4-BE49-F238E27FC236}">
                <a16:creationId xmlns:a16="http://schemas.microsoft.com/office/drawing/2014/main" id="{C30CAC97-B077-5E63-6611-4CAA34C26F66}"/>
              </a:ext>
            </a:extLst>
          </p:cNvPr>
          <p:cNvSpPr/>
          <p:nvPr/>
        </p:nvSpPr>
        <p:spPr>
          <a:xfrm>
            <a:off x="646844" y="849692"/>
            <a:ext cx="35155037" cy="6334013"/>
          </a:xfrm>
          <a:prstGeom prst="rect">
            <a:avLst/>
          </a:prstGeom>
          <a:solidFill>
            <a:srgbClr val="9C193A"/>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17952" rtlCol="0" anchor="ctr">
            <a:noAutofit/>
          </a:bodyPr>
          <a:lstStyle/>
          <a:p>
            <a:pPr>
              <a:spcAft>
                <a:spcPts val="1414"/>
              </a:spcAft>
            </a:pPr>
            <a:r>
              <a:rPr lang="en-GB" sz="12724">
                <a:solidFill>
                  <a:schemeClr val="bg1"/>
                </a:solidFill>
                <a:latin typeface="+mj-lt"/>
              </a:rPr>
              <a:t>Topic Modelling Historical Medical Texts</a:t>
            </a:r>
            <a:br>
              <a:rPr lang="en-GB" sz="2828">
                <a:solidFill>
                  <a:schemeClr val="bg1"/>
                </a:solidFill>
                <a:latin typeface="+mj-lt"/>
              </a:rPr>
            </a:br>
            <a:r>
              <a:rPr lang="en-GB" sz="7069">
                <a:solidFill>
                  <a:schemeClr val="bg1"/>
                </a:solidFill>
                <a:latin typeface="+mj-lt"/>
              </a:rPr>
              <a:t>Learning and exploring digital possibilities through prototyping</a:t>
            </a:r>
            <a:endParaRPr lang="en-GB" sz="7069">
              <a:solidFill>
                <a:schemeClr val="tx1"/>
              </a:solidFill>
              <a:latin typeface="+mj-lt"/>
            </a:endParaRPr>
          </a:p>
        </p:txBody>
      </p:sp>
      <p:sp>
        <p:nvSpPr>
          <p:cNvPr id="35" name="Content Placeholder 6">
            <a:extLst>
              <a:ext uri="{FF2B5EF4-FFF2-40B4-BE49-F238E27FC236}">
                <a16:creationId xmlns:a16="http://schemas.microsoft.com/office/drawing/2014/main" id="{52D03964-26FE-7E13-123F-465FC4A2F3A7}"/>
              </a:ext>
            </a:extLst>
          </p:cNvPr>
          <p:cNvSpPr txBox="1">
            <a:spLocks/>
          </p:cNvSpPr>
          <p:nvPr/>
        </p:nvSpPr>
        <p:spPr>
          <a:xfrm>
            <a:off x="646841" y="7930708"/>
            <a:ext cx="27779072" cy="3396400"/>
          </a:xfrm>
          <a:prstGeom prst="rect">
            <a:avLst/>
          </a:prstGeom>
          <a:solidFill>
            <a:srgbClr val="F9F7E2"/>
          </a:solidFill>
          <a:ln>
            <a:solidFill>
              <a:srgbClr val="9C193A"/>
            </a:solidFill>
          </a:ln>
        </p:spPr>
        <p:txBody>
          <a:bodyPr vert="horz" lIns="763464" tIns="254488" rIns="763464" bIns="254488" rtlCol="0" anchor="ctr"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pPr marL="0" lvl="2" indent="0">
              <a:buNone/>
            </a:pPr>
            <a:r>
              <a:rPr lang="en-GB" sz="5655">
                <a:ea typeface="Roboto Mono" pitchFamily="2" charset="0"/>
              </a:rPr>
              <a:t>How can we best apply digital methods to explore, understand, or present our collections? This poster presents some questions that arose during an experiment in building digital prototypes to facilitate interdisciplinary collaboration and co-learning between digital and collections specialists.</a:t>
            </a:r>
          </a:p>
        </p:txBody>
      </p:sp>
      <p:sp>
        <p:nvSpPr>
          <p:cNvPr id="34" name="TextBox 33">
            <a:extLst>
              <a:ext uri="{FF2B5EF4-FFF2-40B4-BE49-F238E27FC236}">
                <a16:creationId xmlns:a16="http://schemas.microsoft.com/office/drawing/2014/main" id="{3B11A409-A85E-EDFB-519E-0616DDD49B83}"/>
              </a:ext>
            </a:extLst>
          </p:cNvPr>
          <p:cNvSpPr txBox="1"/>
          <p:nvPr/>
        </p:nvSpPr>
        <p:spPr>
          <a:xfrm>
            <a:off x="646841" y="12145367"/>
            <a:ext cx="10860463" cy="14520212"/>
          </a:xfrm>
          <a:prstGeom prst="rect">
            <a:avLst/>
          </a:prstGeom>
          <a:solidFill>
            <a:srgbClr val="F9F7E2"/>
          </a:solidFill>
          <a:ln w="19050">
            <a:solidFill>
              <a:srgbClr val="FE1D57"/>
            </a:solidFill>
            <a:miter lim="800000"/>
          </a:ln>
        </p:spPr>
        <p:txBody>
          <a:bodyPr wrap="square" lIns="763464" tIns="0" rIns="763464" bIns="0" rtlCol="0" anchor="ctr">
            <a:noAutofit/>
          </a:bodyPr>
          <a:lstStyle/>
          <a:p>
            <a:pPr marL="0" lvl="2" indent="0">
              <a:buNone/>
            </a:pPr>
            <a:r>
              <a:rPr lang="en-GB" sz="4000">
                <a:ea typeface="Roboto Mono" pitchFamily="2" charset="0"/>
              </a:rPr>
              <a:t>Topic modelling statistically analyses documents to find words that are important in a topic. It can tell us what the words are, how important to the topic they are, and which documents the topic appears in.</a:t>
            </a:r>
          </a:p>
          <a:p>
            <a:pPr marL="0" lvl="2" indent="0">
              <a:buNone/>
            </a:pPr>
            <a:endParaRPr lang="en-GB" sz="4000">
              <a:ea typeface="Roboto Mono" pitchFamily="2" charset="0"/>
            </a:endParaRPr>
          </a:p>
          <a:p>
            <a:pPr marL="0" lvl="2" indent="0">
              <a:buNone/>
            </a:pPr>
            <a:r>
              <a:rPr lang="en-GB" sz="4000">
                <a:ea typeface="Roboto Mono" pitchFamily="2" charset="0"/>
              </a:rPr>
              <a:t>But it cannot tell us what the actual topic is. We have to interpret the model to make sense of it.</a:t>
            </a:r>
          </a:p>
          <a:p>
            <a:pPr marL="0" lvl="2" indent="0">
              <a:buNone/>
            </a:pPr>
            <a:endParaRPr lang="en-GB" sz="4000">
              <a:ea typeface="Roboto Mono" pitchFamily="2" charset="0"/>
            </a:endParaRPr>
          </a:p>
          <a:p>
            <a:pPr marL="0" lvl="2" indent="0">
              <a:buNone/>
            </a:pPr>
            <a:r>
              <a:rPr lang="en-GB" sz="4000">
                <a:ea typeface="Roboto Mono" pitchFamily="2" charset="0"/>
              </a:rPr>
              <a:t>On the right are models of topics found in Wellcome Collection’s 18</a:t>
            </a:r>
            <a:r>
              <a:rPr lang="en-GB" sz="4000" baseline="30000">
                <a:ea typeface="Roboto Mono" pitchFamily="2" charset="0"/>
              </a:rPr>
              <a:t>th</a:t>
            </a:r>
            <a:r>
              <a:rPr lang="en-GB" sz="4000">
                <a:ea typeface="Roboto Mono" pitchFamily="2" charset="0"/>
              </a:rPr>
              <a:t> century books. The models are represented as word clouds. Ideally, each cloud will represent some meaningful topic in the books.</a:t>
            </a:r>
          </a:p>
          <a:p>
            <a:pPr marL="0" lvl="2" indent="0">
              <a:buNone/>
            </a:pPr>
            <a:endParaRPr lang="en-GB" sz="4000">
              <a:ea typeface="Roboto Mono" pitchFamily="2" charset="0"/>
            </a:endParaRPr>
          </a:p>
          <a:p>
            <a:pPr marL="0" lvl="2"/>
            <a:r>
              <a:rPr lang="en-GB" sz="4000">
                <a:ea typeface="Roboto Mono" pitchFamily="2" charset="0"/>
              </a:rPr>
              <a:t>Some clouds may describe just one book, others a theme that cuts across some part of the collection. Some may spark ideas — and some may mean nothing at all.</a:t>
            </a:r>
          </a:p>
        </p:txBody>
      </p:sp>
      <p:sp>
        <p:nvSpPr>
          <p:cNvPr id="42" name="Content Placeholder 6">
            <a:extLst>
              <a:ext uri="{FF2B5EF4-FFF2-40B4-BE49-F238E27FC236}">
                <a16:creationId xmlns:a16="http://schemas.microsoft.com/office/drawing/2014/main" id="{D840E519-01AE-82D4-17EF-49D01BA264BD}"/>
              </a:ext>
            </a:extLst>
          </p:cNvPr>
          <p:cNvSpPr txBox="1">
            <a:spLocks/>
          </p:cNvSpPr>
          <p:nvPr/>
        </p:nvSpPr>
        <p:spPr>
          <a:xfrm>
            <a:off x="12061725" y="12145366"/>
            <a:ext cx="15809767" cy="2996696"/>
          </a:xfrm>
          <a:prstGeom prst="rect">
            <a:avLst/>
          </a:prstGeom>
          <a:solidFill>
            <a:srgbClr val="FE1D57"/>
          </a:solidFill>
          <a:ln w="19050">
            <a:solidFill>
              <a:srgbClr val="9C193A"/>
            </a:solidFill>
          </a:ln>
        </p:spPr>
        <p:txBody>
          <a:bodyPr vert="horz" lIns="763464" tIns="254488" rIns="508976" bIns="254488" rtlCol="0" anchor="ctr"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pPr marL="0" lvl="2" indent="0">
              <a:buNone/>
            </a:pPr>
            <a:r>
              <a:rPr lang="en-GB" sz="7069">
                <a:solidFill>
                  <a:schemeClr val="bg1"/>
                </a:solidFill>
                <a:latin typeface="+mj-lt"/>
                <a:ea typeface="Roboto Mono" pitchFamily="2" charset="0"/>
              </a:rPr>
              <a:t>What could these topic models be about?</a:t>
            </a:r>
          </a:p>
        </p:txBody>
      </p:sp>
      <p:pic>
        <p:nvPicPr>
          <p:cNvPr id="38" name="Picture 37" descr="A word cloud representing a topic. Prominent words include &quot;eye&quot;, &quot;humour&quot;, &quot;cornea&quot;, &quot;operation&quot;, &quot;pupil&quot; and &quot;eyelid&quot;.">
            <a:extLst>
              <a:ext uri="{FF2B5EF4-FFF2-40B4-BE49-F238E27FC236}">
                <a16:creationId xmlns:a16="http://schemas.microsoft.com/office/drawing/2014/main" id="{6D6AE487-941D-76BB-2B56-F9AC3061B5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55918" y="15838419"/>
            <a:ext cx="4614681" cy="4611633"/>
          </a:xfrm>
          <a:prstGeom prst="rect">
            <a:avLst/>
          </a:prstGeom>
        </p:spPr>
      </p:pic>
      <p:pic>
        <p:nvPicPr>
          <p:cNvPr id="46" name="Picture 45" descr="A word cloud representing a topic. Prominent words include &quot;amp&quot;, &quot;mall&quot;, &quot;must&quot;, &quot;eee&quot;, &quot;mutt&quot;, &quot;ina&quot; and &quot;southeast&quot;.">
            <a:extLst>
              <a:ext uri="{FF2B5EF4-FFF2-40B4-BE49-F238E27FC236}">
                <a16:creationId xmlns:a16="http://schemas.microsoft.com/office/drawing/2014/main" id="{81B739D8-7B5E-3640-1427-68FB76DE21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84659" y="15837448"/>
            <a:ext cx="4620777" cy="4617729"/>
          </a:xfrm>
          <a:prstGeom prst="rect">
            <a:avLst/>
          </a:prstGeom>
        </p:spPr>
      </p:pic>
      <p:pic>
        <p:nvPicPr>
          <p:cNvPr id="44" name="Picture 43" descr="A word cloud representing a topic. Prominent words include &quot;plague&quot;, &quot;fever&quot;, &quot;disease&quot;, &quot;die&quot; and &quot;year&quot;.">
            <a:extLst>
              <a:ext uri="{FF2B5EF4-FFF2-40B4-BE49-F238E27FC236}">
                <a16:creationId xmlns:a16="http://schemas.microsoft.com/office/drawing/2014/main" id="{87C57B9B-1881-78A3-CA03-CBBF374436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813400" y="15835371"/>
            <a:ext cx="4611633" cy="4614681"/>
          </a:xfrm>
          <a:prstGeom prst="rect">
            <a:avLst/>
          </a:prstGeom>
        </p:spPr>
      </p:pic>
      <p:pic>
        <p:nvPicPr>
          <p:cNvPr id="41" name="Picture 40" descr="A word cloud representing a topic. Prominent words include &quot;eye&quot;, &quot;ray&quot; and &quot;light&quot;.">
            <a:extLst>
              <a:ext uri="{FF2B5EF4-FFF2-40B4-BE49-F238E27FC236}">
                <a16:creationId xmlns:a16="http://schemas.microsoft.com/office/drawing/2014/main" id="{8B1EA167-8E30-4913-AD3D-51984FC0DD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555918" y="21086750"/>
            <a:ext cx="4608585" cy="4611633"/>
          </a:xfrm>
          <a:prstGeom prst="rect">
            <a:avLst/>
          </a:prstGeom>
        </p:spPr>
      </p:pic>
      <p:pic>
        <p:nvPicPr>
          <p:cNvPr id="27" name="Picture 26" descr="A word cloud representing a topic. Prominent words include &quot;original&quot;, &quot;rotulo&quot;, &quot;anno&quot;, &quot;pans&quot; and &quot;com&quot;.">
            <a:extLst>
              <a:ext uri="{FF2B5EF4-FFF2-40B4-BE49-F238E27FC236}">
                <a16:creationId xmlns:a16="http://schemas.microsoft.com/office/drawing/2014/main" id="{279C0C2C-26E3-2E13-F008-E76ADDE73B28}"/>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684659" y="21083702"/>
            <a:ext cx="4611633" cy="4614681"/>
          </a:xfrm>
          <a:prstGeom prst="rect">
            <a:avLst/>
          </a:prstGeom>
        </p:spPr>
      </p:pic>
      <p:pic>
        <p:nvPicPr>
          <p:cNvPr id="32" name="Picture 31" descr="A word cloud representing a topic. Prominent words include &quot;plant&quot;, &quot;flower&quot;, &quot;leave&quot;, &quot;seed&quot; and &quot;root&quot;.">
            <a:extLst>
              <a:ext uri="{FF2B5EF4-FFF2-40B4-BE49-F238E27FC236}">
                <a16:creationId xmlns:a16="http://schemas.microsoft.com/office/drawing/2014/main" id="{557FB2DF-AD20-B2E5-7E93-D4B26E427D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813400" y="21077606"/>
            <a:ext cx="4617729" cy="4620777"/>
          </a:xfrm>
          <a:prstGeom prst="rect">
            <a:avLst/>
          </a:prstGeom>
        </p:spPr>
      </p:pic>
      <p:sp>
        <p:nvSpPr>
          <p:cNvPr id="50" name="Content Placeholder 6">
            <a:extLst>
              <a:ext uri="{FF2B5EF4-FFF2-40B4-BE49-F238E27FC236}">
                <a16:creationId xmlns:a16="http://schemas.microsoft.com/office/drawing/2014/main" id="{8B9482E6-DFFB-51DA-A618-52837D0F38FB}"/>
              </a:ext>
            </a:extLst>
          </p:cNvPr>
          <p:cNvSpPr txBox="1">
            <a:spLocks/>
          </p:cNvSpPr>
          <p:nvPr/>
        </p:nvSpPr>
        <p:spPr>
          <a:xfrm>
            <a:off x="28425913" y="12892369"/>
            <a:ext cx="13707068" cy="2978786"/>
          </a:xfrm>
          <a:prstGeom prst="rect">
            <a:avLst/>
          </a:prstGeom>
          <a:solidFill>
            <a:srgbClr val="FE1D57"/>
          </a:solidFill>
          <a:ln>
            <a:solidFill>
              <a:srgbClr val="9C193A"/>
            </a:solidFill>
          </a:ln>
        </p:spPr>
        <p:txBody>
          <a:bodyPr vert="horz" lIns="763464" tIns="254488" rIns="508976" bIns="254488" rtlCol="0" anchor="ctr"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pPr marL="0" lvl="2" indent="0">
              <a:buNone/>
            </a:pPr>
            <a:r>
              <a:rPr lang="en-GB" sz="7069">
                <a:solidFill>
                  <a:schemeClr val="bg1"/>
                </a:solidFill>
                <a:latin typeface="+mj-lt"/>
                <a:ea typeface="Roboto Mono" pitchFamily="2" charset="0"/>
              </a:rPr>
              <a:t>Questions</a:t>
            </a:r>
          </a:p>
        </p:txBody>
      </p:sp>
      <p:sp>
        <p:nvSpPr>
          <p:cNvPr id="64" name="TextBox 63">
            <a:extLst>
              <a:ext uri="{FF2B5EF4-FFF2-40B4-BE49-F238E27FC236}">
                <a16:creationId xmlns:a16="http://schemas.microsoft.com/office/drawing/2014/main" id="{46C0A798-A853-3D29-96E7-D5E378CCB2CE}"/>
              </a:ext>
            </a:extLst>
          </p:cNvPr>
          <p:cNvSpPr txBox="1"/>
          <p:nvPr/>
        </p:nvSpPr>
        <p:spPr>
          <a:xfrm>
            <a:off x="28425914" y="15884610"/>
            <a:ext cx="13731010" cy="6871175"/>
          </a:xfrm>
          <a:prstGeom prst="rect">
            <a:avLst/>
          </a:prstGeom>
          <a:solidFill>
            <a:srgbClr val="F9F7E2"/>
          </a:solidFill>
          <a:ln w="19050">
            <a:solidFill>
              <a:srgbClr val="FE1D57"/>
            </a:solidFill>
            <a:miter lim="800000"/>
          </a:ln>
        </p:spPr>
        <p:txBody>
          <a:bodyPr wrap="square" lIns="763464" tIns="0" rIns="763464" bIns="0" rtlCol="0" anchor="ctr">
            <a:noAutofit/>
          </a:bodyPr>
          <a:lstStyle/>
          <a:p>
            <a:pPr marL="0" lvl="2" indent="0">
              <a:buNone/>
            </a:pPr>
            <a:endParaRPr lang="en-GB" sz="3600">
              <a:ea typeface="Roboto Mono" pitchFamily="2" charset="0"/>
            </a:endParaRPr>
          </a:p>
          <a:p>
            <a:pPr marL="0" lvl="2" indent="0">
              <a:buNone/>
            </a:pPr>
            <a:r>
              <a:rPr lang="en-GB" sz="3600">
                <a:ea typeface="Roboto Mono" pitchFamily="2" charset="0"/>
              </a:rPr>
              <a:t>Wellcome Collection collects material about health and human experience. What do the topics suggest about what can be found in the collection?</a:t>
            </a:r>
          </a:p>
          <a:p>
            <a:pPr marL="0" lvl="2" indent="0">
              <a:buNone/>
            </a:pPr>
            <a:endParaRPr lang="en-GB" sz="3600">
              <a:ea typeface="Roboto Mono" pitchFamily="2" charset="0"/>
            </a:endParaRPr>
          </a:p>
          <a:p>
            <a:pPr marL="0" lvl="2"/>
            <a:r>
              <a:rPr lang="en-GB" sz="3600">
                <a:ea typeface="Roboto Mono" pitchFamily="2" charset="0"/>
              </a:rPr>
              <a:t>Can we trust our interpretations of the topics? Can other data help us to interpret the topics?</a:t>
            </a:r>
          </a:p>
          <a:p>
            <a:pPr marL="0" lvl="2" indent="0">
              <a:buNone/>
            </a:pPr>
            <a:endParaRPr lang="en-GB" sz="3600">
              <a:ea typeface="Roboto Mono" pitchFamily="2" charset="0"/>
            </a:endParaRPr>
          </a:p>
          <a:p>
            <a:pPr marL="0" lvl="2" indent="0">
              <a:buNone/>
            </a:pPr>
            <a:r>
              <a:rPr lang="en-GB" sz="3600">
                <a:ea typeface="Roboto Mono" pitchFamily="2" charset="0"/>
              </a:rPr>
              <a:t>Which topics are useful? Which are meaningless?</a:t>
            </a:r>
          </a:p>
          <a:p>
            <a:pPr marL="0" lvl="2" indent="0">
              <a:buNone/>
            </a:pPr>
            <a:endParaRPr lang="en-GB" sz="3959"/>
          </a:p>
          <a:p>
            <a:pPr marL="0" lvl="2" indent="0">
              <a:buNone/>
            </a:pPr>
            <a:r>
              <a:rPr lang="en-GB" sz="3600">
                <a:ea typeface="Roboto Mono" pitchFamily="2" charset="0"/>
              </a:rPr>
              <a:t>How can we use topics to search or explore the collection? To understand it from a new perspective, or to inspire questions about it?</a:t>
            </a:r>
          </a:p>
          <a:p>
            <a:pPr marL="0" lvl="2" indent="0">
              <a:buNone/>
            </a:pPr>
            <a:endParaRPr lang="en-GB" sz="3600">
              <a:ea typeface="Roboto Mono" pitchFamily="2" charset="0"/>
            </a:endParaRPr>
          </a:p>
        </p:txBody>
      </p:sp>
      <p:sp>
        <p:nvSpPr>
          <p:cNvPr id="2" name="Content Placeholder 6">
            <a:extLst>
              <a:ext uri="{FF2B5EF4-FFF2-40B4-BE49-F238E27FC236}">
                <a16:creationId xmlns:a16="http://schemas.microsoft.com/office/drawing/2014/main" id="{95BE5791-D977-D40E-DB29-302947F1A5C8}"/>
              </a:ext>
            </a:extLst>
          </p:cNvPr>
          <p:cNvSpPr txBox="1">
            <a:spLocks/>
          </p:cNvSpPr>
          <p:nvPr/>
        </p:nvSpPr>
        <p:spPr>
          <a:xfrm>
            <a:off x="30297681" y="8072323"/>
            <a:ext cx="11859241" cy="4073043"/>
          </a:xfrm>
          <a:prstGeom prst="rect">
            <a:avLst/>
          </a:prstGeom>
          <a:solidFill>
            <a:srgbClr val="F9F7E2"/>
          </a:solidFill>
          <a:ln>
            <a:solidFill>
              <a:srgbClr val="9C193A"/>
            </a:solidFill>
          </a:ln>
        </p:spPr>
        <p:txBody>
          <a:bodyPr vert="horz" lIns="763464" tIns="254488" rIns="763464" bIns="254488" rtlCol="0" anchor="ctr"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pPr marL="0" lvl="2" indent="0">
              <a:buNone/>
            </a:pPr>
            <a:r>
              <a:rPr lang="en-GB" sz="3600">
                <a:ea typeface="Roboto Mono" pitchFamily="2" charset="0"/>
              </a:rPr>
              <a:t>This work is part of a TNA/RLUK Professional Fellowship hosted at Wellcome Collection.</a:t>
            </a:r>
          </a:p>
          <a:p>
            <a:pPr marL="0" lvl="2" indent="0">
              <a:buNone/>
            </a:pPr>
            <a:r>
              <a:rPr lang="en-GB" sz="3600">
                <a:ea typeface="Roboto Mono" pitchFamily="2" charset="0"/>
              </a:rPr>
              <a:t>Professional Fellowships pair an employee of The National Archives with a host organisation from Research Libraries UK (or vice versa) to explore a professional practice question.</a:t>
            </a:r>
          </a:p>
        </p:txBody>
      </p:sp>
      <p:sp>
        <p:nvSpPr>
          <p:cNvPr id="49" name="Rectangle 48">
            <a:extLst>
              <a:ext uri="{FF2B5EF4-FFF2-40B4-BE49-F238E27FC236}">
                <a16:creationId xmlns:a16="http://schemas.microsoft.com/office/drawing/2014/main" id="{5CA0C45A-FC09-31C2-5D07-9FFFADB9F43F}"/>
              </a:ext>
            </a:extLst>
          </p:cNvPr>
          <p:cNvSpPr/>
          <p:nvPr/>
        </p:nvSpPr>
        <p:spPr>
          <a:xfrm>
            <a:off x="4" y="27483839"/>
            <a:ext cx="42803763" cy="2770092"/>
          </a:xfrm>
          <a:prstGeom prst="rect">
            <a:avLst/>
          </a:prstGeom>
          <a:solidFill>
            <a:srgbClr val="9C193A"/>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526928" tIns="45720" rIns="91440" bIns="45720" rtlCol="0" anchor="ctr"/>
          <a:lstStyle/>
          <a:p>
            <a:pPr>
              <a:spcAft>
                <a:spcPts val="1414"/>
              </a:spcAft>
            </a:pPr>
            <a:r>
              <a:rPr lang="en-GB" sz="3950">
                <a:solidFill>
                  <a:schemeClr val="bg1"/>
                </a:solidFill>
                <a:latin typeface="Roboto Mono"/>
                <a:ea typeface="Roboto Mono"/>
              </a:rPr>
              <a:t>Bernard Ogden, </a:t>
            </a:r>
            <a:r>
              <a:rPr lang="en-GB" sz="3950">
                <a:solidFill>
                  <a:schemeClr val="bg1"/>
                </a:solidFill>
                <a:latin typeface="Roboto Mono"/>
                <a:ea typeface="Roboto Mono"/>
                <a:hlinkClick r:id="rId10">
                  <a:extLst>
                    <a:ext uri="{A12FA001-AC4F-418D-AE19-62706E023703}">
                      <ahyp:hlinkClr xmlns:ahyp="http://schemas.microsoft.com/office/drawing/2018/hyperlinkcolor" val="tx"/>
                    </a:ext>
                  </a:extLst>
                </a:hlinkClick>
              </a:rPr>
              <a:t>bernard.ogden@nationalarchives.gov.uk</a:t>
            </a:r>
            <a:r>
              <a:rPr lang="en-GB" sz="3950">
                <a:solidFill>
                  <a:schemeClr val="bg1"/>
                </a:solidFill>
                <a:latin typeface="Roboto Mono"/>
                <a:ea typeface="Roboto Mono"/>
              </a:rPr>
              <a:t>, The National Archives (UK)</a:t>
            </a:r>
          </a:p>
        </p:txBody>
      </p:sp>
      <p:pic>
        <p:nvPicPr>
          <p:cNvPr id="39" name="Picture 38">
            <a:extLst>
              <a:ext uri="{FF2B5EF4-FFF2-40B4-BE49-F238E27FC236}">
                <a16:creationId xmlns:a16="http://schemas.microsoft.com/office/drawing/2014/main" id="{8B83592E-B185-4713-0618-9A8DF5242C69}"/>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5801881" y="23307170"/>
            <a:ext cx="6355041" cy="6334013"/>
          </a:xfrm>
          <a:prstGeom prst="rect">
            <a:avLst/>
          </a:prstGeom>
        </p:spPr>
      </p:pic>
    </p:spTree>
    <p:extLst>
      <p:ext uri="{BB962C8B-B14F-4D97-AF65-F5344CB8AC3E}">
        <p14:creationId xmlns:p14="http://schemas.microsoft.com/office/powerpoint/2010/main" val="1186038311"/>
      </p:ext>
    </p:extLst>
  </p:cSld>
  <p:clrMapOvr>
    <a:masterClrMapping/>
  </p:clrMapOvr>
</p:sld>
</file>

<file path=ppt/theme/theme1.xml><?xml version="1.0" encoding="utf-8"?>
<a:theme xmlns:a="http://schemas.openxmlformats.org/drawingml/2006/main" name="National Archives PPT Theme">
  <a:themeElements>
    <a:clrScheme name="TNA Main Colour Theme">
      <a:dk1>
        <a:sysClr val="windowText" lastClr="000000"/>
      </a:dk1>
      <a:lt1>
        <a:sysClr val="window" lastClr="FFFFFF"/>
      </a:lt1>
      <a:dk2>
        <a:srgbClr val="44546A"/>
      </a:dk2>
      <a:lt2>
        <a:srgbClr val="E7E6E6"/>
      </a:lt2>
      <a:accent1>
        <a:srgbClr val="000000"/>
      </a:accent1>
      <a:accent2>
        <a:srgbClr val="654E37"/>
      </a:accent2>
      <a:accent3>
        <a:srgbClr val="9C193A"/>
      </a:accent3>
      <a:accent4>
        <a:srgbClr val="8F3415"/>
      </a:accent4>
      <a:accent5>
        <a:srgbClr val="00623B"/>
      </a:accent5>
      <a:accent6>
        <a:srgbClr val="004C7E"/>
      </a:accent6>
      <a:hlink>
        <a:srgbClr val="9C193A"/>
      </a:hlink>
      <a:folHlink>
        <a:srgbClr val="9C193A"/>
      </a:folHlink>
    </a:clrScheme>
    <a:fontScheme name="National Archive font theme">
      <a:majorFont>
        <a:latin typeface="Supria Sans Cond Medium"/>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solidFill>
            <a:schemeClr val="tx1"/>
          </a:solidFill>
        </a:ln>
      </a:spPr>
      <a:bodyPr rtlCol="0" anchor="ctr"/>
      <a:lstStyle>
        <a:defPPr algn="ctr">
          <a:spcAft>
            <a:spcPts val="1000"/>
          </a:spcAft>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w="19050">
          <a:noFill/>
          <a:miter lim="800000"/>
        </a:ln>
      </a:spPr>
      <a:bodyPr wrap="square" lIns="0" tIns="0" rIns="0" bIns="0" rtlCol="0">
        <a:noAutofit/>
      </a:bodyPr>
      <a:lstStyle>
        <a:defPPr algn="l">
          <a:spcAft>
            <a:spcPts val="1000"/>
          </a:spcAft>
          <a:defRPr sz="1400" dirty="0" err="1" smtClean="0"/>
        </a:defPPr>
      </a:lstStyle>
    </a:txDef>
  </a:objectDefaults>
  <a:extraClrSchemeLst/>
  <a:custClrLst>
    <a:custClr name="Black">
      <a:srgbClr val="000000"/>
    </a:custClr>
    <a:custClr name="Brown">
      <a:srgbClr val="654E37"/>
    </a:custClr>
    <a:custClr name="Maroon">
      <a:srgbClr val="9C193A"/>
    </a:custClr>
    <a:custClr name="Chestnut">
      <a:srgbClr val="8F3415"/>
    </a:custClr>
    <a:custClr name="Forest">
      <a:srgbClr val="00623B"/>
    </a:custClr>
    <a:custClr name="Navy">
      <a:srgbClr val="004C7E"/>
    </a:custClr>
    <a:custClr name=" ">
      <a:srgbClr val="FFFFFF"/>
    </a:custClr>
    <a:custClr name=" ">
      <a:srgbClr val="FFFFFF"/>
    </a:custClr>
    <a:custClr name=" ">
      <a:srgbClr val="FFFFFF"/>
    </a:custClr>
    <a:custClr name=" ">
      <a:srgbClr val="FFFFFF"/>
    </a:custClr>
    <a:custClr name="Grey">
      <a:srgbClr val="8C9694"/>
    </a:custClr>
    <a:custClr name="Yellow">
      <a:srgbClr val="FFCC00"/>
    </a:custClr>
    <a:custClr name="Pink">
      <a:srgbClr val="FE1D57"/>
    </a:custClr>
    <a:custClr name="Orange">
      <a:srgbClr val="FD3F03"/>
    </a:custClr>
    <a:custClr name="Green">
      <a:srgbClr val="86BC25"/>
    </a:custClr>
    <a:custClr name="Blue">
      <a:srgbClr val="00B0FF"/>
    </a:custClr>
    <a:custClr name=" ">
      <a:srgbClr val="FFFFFF"/>
    </a:custClr>
    <a:custClr name=" ">
      <a:srgbClr val="FFFFFF"/>
    </a:custClr>
    <a:custClr name=" ">
      <a:srgbClr val="FFFFFF"/>
    </a:custClr>
    <a:custClr name=" ">
      <a:srgbClr val="FFFFFF"/>
    </a:custClr>
    <a:custClr name="Light Grey">
      <a:srgbClr val="D9D9D6"/>
    </a:custClr>
    <a:custClr name="Cream">
      <a:srgbClr val="F9F7E2"/>
    </a:custClr>
    <a:custClr name="Pastel Pink">
      <a:srgbClr val="FAD3D4"/>
    </a:custClr>
    <a:custClr name="Pastel Orange">
      <a:srgbClr val="F9E1BC"/>
    </a:custClr>
    <a:custClr name="Pastel Green">
      <a:srgbClr val="DDE5D5"/>
    </a:custClr>
    <a:custClr name="Pastel Blue">
      <a:srgbClr val="D4E5EF"/>
    </a:custClr>
    <a:custClr name=" ">
      <a:srgbClr val="FFFFFF"/>
    </a:custClr>
    <a:custClr name=" ">
      <a:srgbClr val="FFFFFF"/>
    </a:custClr>
    <a:custClr name=" ">
      <a:srgbClr val="FFFFFF"/>
    </a:custClr>
    <a:custClr name=" ">
      <a:srgbClr val="FFFFFF"/>
    </a:custClr>
    <a:custClr name="Light Grey 50%">
      <a:srgbClr val="ECECEA"/>
    </a:custClr>
    <a:custClr name="Cream 50%">
      <a:srgbClr val="FCFBDE"/>
    </a:custClr>
    <a:custClr name="Pastel Pink 50%">
      <a:srgbClr val="FCE9E9"/>
    </a:custClr>
    <a:custClr name="Pastel Orange 50%">
      <a:srgbClr val="FCF0DD"/>
    </a:custClr>
    <a:custClr name="Pastel Green 50%">
      <a:srgbClr val="EEF2EA"/>
    </a:custClr>
    <a:custClr name="Pastel Blue 50%">
      <a:srgbClr val="E9F2F7"/>
    </a:custClr>
    <a:custClr name=" ">
      <a:srgbClr val="FFFFFF"/>
    </a:custClr>
    <a:custClr name=" ">
      <a:srgbClr val="FFFFFF"/>
    </a:custClr>
    <a:custClr name=" ">
      <a:srgbClr val="FFFFFF"/>
    </a:custClr>
    <a:custClr name=" ">
      <a:srgbClr val="FFFFFF"/>
    </a:custClr>
  </a:custClrLst>
  <a:extLst>
    <a:ext uri="{05A4C25C-085E-4340-85A3-A5531E510DB2}">
      <thm15:themeFamily xmlns:thm15="http://schemas.microsoft.com/office/thememl/2012/main" name="TNA_PowerpointTemplate052023" id="{67CB05DC-F436-4DE6-B086-9FFD3E84AFEC}" vid="{25D5DE75-23F3-4DB0-8A16-5B36C557F5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4A951A0E538D45908C1973DCB1519F" ma:contentTypeVersion="54" ma:contentTypeDescription="Create a new document." ma:contentTypeScope="" ma:versionID="9d494329531b8d6022ea8a9f6737296a">
  <xsd:schema xmlns:xsd="http://www.w3.org/2001/XMLSchema" xmlns:xs="http://www.w3.org/2001/XMLSchema" xmlns:p="http://schemas.microsoft.com/office/2006/metadata/properties" xmlns:ns1="http://schemas.microsoft.com/sharepoint/v3" xmlns:ns2="a67c0736-5c7f-4174-8dcd-78baf74714be" xmlns:ns3="ab7c8922-0769-4856-bfe8-51f43a1d2fe0" targetNamespace="http://schemas.microsoft.com/office/2006/metadata/properties" ma:root="true" ma:fieldsID="13f25de325a8db5d18cb861587c998d8" ns1:_="" ns2:_="" ns3:_="">
    <xsd:import namespace="http://schemas.microsoft.com/sharepoint/v3"/>
    <xsd:import namespace="a67c0736-5c7f-4174-8dcd-78baf74714be"/>
    <xsd:import namespace="ab7c8922-0769-4856-bfe8-51f43a1d2fe0"/>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2:SharedWithUsers" minOccurs="0"/>
                <xsd:element ref="ns2:SharedWithDetails"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TNALead"/>
                <xsd:element ref="ns3:Status"/>
                <xsd:element ref="ns3:PartnerInstitution" minOccurs="0"/>
                <xsd:element ref="ns3:Funder" minOccurs="0"/>
                <xsd:element ref="ns3:Startdate" minOccurs="0"/>
                <xsd:element ref="ns3:Enddate" minOccurs="0"/>
                <xsd:element ref="ns3:Relatedfolders" minOccurs="0"/>
                <xsd:element ref="ns3:MediaServiceLocation" minOccurs="0"/>
                <xsd:element ref="ns3:RAEContact" minOccurs="0"/>
                <xsd:element ref="ns3:MediaLengthInSeconds" minOccurs="0"/>
                <xsd:element ref="ns3:lcf76f155ced4ddcb4097134ff3c332f" minOccurs="0"/>
                <xsd:element ref="ns2:TaxCatchAll" minOccurs="0"/>
                <xsd:element ref="ns1:TagEventDate" minOccurs="0"/>
                <xsd:element ref="ns3:MediaServiceObjectDetectorVersion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TagEventDate" ma:index="35" nillable="true" ma:displayName="Label Event Date" ma:hidden="true" ma:internalName="TagEventDate" ma:readOnly="true">
      <xsd:simpleType>
        <xsd:restriction base="dms:DateTime"/>
      </xsd:simpleType>
    </xsd:element>
    <xsd:element name="_ip_UnifiedCompliancePolicyProperties" ma:index="38" nillable="true" ma:displayName="Unified Compliance Policy Properties" ma:hidden="true" ma:internalName="_ip_UnifiedCompliancePolicyProperties">
      <xsd:simpleType>
        <xsd:restriction base="dms:Note"/>
      </xsd:simpleType>
    </xsd:element>
    <xsd:element name="_ip_UnifiedCompliancePolicyUIAction" ma:index="3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7c0736-5c7f-4174-8dcd-78baf74714b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4" nillable="true" ma:displayName="Taxonomy Catch All Column" ma:hidden="true" ma:list="{833efa0e-60c3-45eb-a55a-7df3217de7d7}" ma:internalName="TaxCatchAll" ma:showField="CatchAllData" ma:web="a67c0736-5c7f-4174-8dcd-78baf74714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b7c8922-0769-4856-bfe8-51f43a1d2fe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TNALead" ma:index="22" ma:displayName="TNA Lead" ma:format="Dropdown" ma:internalName="TNALead">
      <xsd:simpleType>
        <xsd:restriction base="dms:Text">
          <xsd:maxLength value="255"/>
        </xsd:restriction>
      </xsd:simpleType>
    </xsd:element>
    <xsd:element name="Status" ma:index="23" ma:displayName="Status" ma:format="Dropdown" ma:indexed="true" ma:internalName="Status">
      <xsd:simpleType>
        <xsd:restriction base="dms:Choice">
          <xsd:enumeration value="In development"/>
          <xsd:enumeration value="Result pending"/>
          <xsd:enumeration value="Unsuccessful"/>
          <xsd:enumeration value="Project ongoing"/>
          <xsd:enumeration value="Completed"/>
          <xsd:enumeration value="Stalled"/>
          <xsd:enumeration value="Abandoned"/>
        </xsd:restriction>
      </xsd:simpleType>
    </xsd:element>
    <xsd:element name="PartnerInstitution" ma:index="24" nillable="true" ma:displayName="Partner Institution " ma:format="Dropdown" ma:internalName="PartnerInstitution">
      <xsd:simpleType>
        <xsd:restriction base="dms:Text">
          <xsd:maxLength value="255"/>
        </xsd:restriction>
      </xsd:simpleType>
    </xsd:element>
    <xsd:element name="Funder" ma:index="25" nillable="true" ma:displayName="Funder" ma:format="Dropdown" ma:internalName="Funder">
      <xsd:simpleType>
        <xsd:restriction base="dms:Text">
          <xsd:maxLength value="255"/>
        </xsd:restriction>
      </xsd:simpleType>
    </xsd:element>
    <xsd:element name="Startdate" ma:index="26" nillable="true" ma:displayName="Start date" ma:format="DateOnly" ma:internalName="Startdate">
      <xsd:simpleType>
        <xsd:restriction base="dms:DateTime"/>
      </xsd:simpleType>
    </xsd:element>
    <xsd:element name="Enddate" ma:index="27" nillable="true" ma:displayName="End date" ma:format="DateOnly" ma:internalName="Enddate">
      <xsd:simpleType>
        <xsd:restriction base="dms:DateTime"/>
      </xsd:simpleType>
    </xsd:element>
    <xsd:element name="Relatedfolders" ma:index="28" nillable="true" ma:displayName="Related folders" ma:default="0" ma:format="Dropdown" ma:internalName="Relatedfolders">
      <xsd:simpleType>
        <xsd:restriction base="dms:Boolean"/>
      </xsd:simpleType>
    </xsd:element>
    <xsd:element name="MediaServiceLocation" ma:index="29" nillable="true" ma:displayName="Location" ma:internalName="MediaServiceLocation" ma:readOnly="true">
      <xsd:simpleType>
        <xsd:restriction base="dms:Text"/>
      </xsd:simpleType>
    </xsd:element>
    <xsd:element name="RAEContact" ma:index="30" nillable="true" ma:displayName="RAE Contact" ma:format="Dropdown" ma:internalName="RAEContact">
      <xsd:simpleType>
        <xsd:restriction base="dms:Text">
          <xsd:maxLength value="255"/>
        </xsd:restriction>
      </xsd:simpleType>
    </xsd:element>
    <xsd:element name="MediaLengthInSeconds" ma:index="31" nillable="true" ma:displayName="MediaLengthInSeconds" ma:hidden="true" ma:internalName="MediaLengthInSeconds" ma:readOnly="true">
      <xsd:simpleType>
        <xsd:restriction base="dms:Unknown"/>
      </xsd:simpleType>
    </xsd:element>
    <xsd:element name="lcf76f155ced4ddcb4097134ff3c332f" ma:index="33" nillable="true" ma:taxonomy="true" ma:internalName="lcf76f155ced4ddcb4097134ff3c332f" ma:taxonomyFieldName="MediaServiceImageTags" ma:displayName="Image Tags" ma:readOnly="false" ma:fieldId="{5cf76f15-5ced-4ddc-b409-7134ff3c332f}" ma:taxonomyMulti="true" ma:sspId="20c0fc91-5178-4f65-8d1d-944e60792c5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a67c0736-5c7f-4174-8dcd-78baf74714be">RAEPROJ-1876017551-22023</_dlc_DocId>
    <_dlc_DocIdUrl xmlns="a67c0736-5c7f-4174-8dcd-78baf74714be">
      <Url>https://nationalarchivesuk.sharepoint.com/sites/RGAE_Grants/_layouts/15/DocIdRedir.aspx?ID=RAEPROJ-1876017551-22023</Url>
      <Description>RAEPROJ-1876017551-22023</Description>
    </_dlc_DocIdUrl>
    <RAEContact xmlns="ab7c8922-0769-4856-bfe8-51f43a1d2fe0" xsi:nil="true"/>
    <MediaLengthInSeconds xmlns="ab7c8922-0769-4856-bfe8-51f43a1d2fe0" xsi:nil="true"/>
    <Enddate xmlns="ab7c8922-0769-4856-bfe8-51f43a1d2fe0" xsi:nil="true"/>
    <TNALead xmlns="ab7c8922-0769-4856-bfe8-51f43a1d2fe0">Bernard Ogden</TNALead>
    <SharedWithUsers xmlns="a67c0736-5c7f-4174-8dcd-78baf74714be">
      <UserInfo>
        <DisplayName/>
        <AccountId xsi:nil="true"/>
        <AccountType/>
      </UserInfo>
    </SharedWithUsers>
    <lcf76f155ced4ddcb4097134ff3c332f xmlns="ab7c8922-0769-4856-bfe8-51f43a1d2fe0">
      <Terms xmlns="http://schemas.microsoft.com/office/infopath/2007/PartnerControls"/>
    </lcf76f155ced4ddcb4097134ff3c332f>
    <TaxCatchAll xmlns="a67c0736-5c7f-4174-8dcd-78baf74714be" xsi:nil="true"/>
    <Status xmlns="ab7c8922-0769-4856-bfe8-51f43a1d2fe0">Completed</Status>
    <Startdate xmlns="ab7c8922-0769-4856-bfe8-51f43a1d2fe0" xsi:nil="true"/>
    <Funder xmlns="ab7c8922-0769-4856-bfe8-51f43a1d2fe0" xsi:nil="true"/>
    <Relatedfolders xmlns="ab7c8922-0769-4856-bfe8-51f43a1d2fe0">false</Relatedfolders>
    <PartnerInstitution xmlns="ab7c8922-0769-4856-bfe8-51f43a1d2fe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79050-1CAF-42DE-9DB6-F0EC0E86E9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67c0736-5c7f-4174-8dcd-78baf74714be"/>
    <ds:schemaRef ds:uri="ab7c8922-0769-4856-bfe8-51f43a1d2f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88C7A9-9407-4283-B40E-5A4D1323D36E}">
  <ds:schemaRefs>
    <ds:schemaRef ds:uri="ab7c8922-0769-4856-bfe8-51f43a1d2fe0"/>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a67c0736-5c7f-4174-8dcd-78baf74714be"/>
    <ds:schemaRef ds:uri="http://purl.org/dc/elements/1.1/"/>
    <ds:schemaRef ds:uri="http://purl.org/dc/dcmitype/"/>
    <ds:schemaRef ds:uri="http://schemas.microsoft.com/sharepoint/v3"/>
    <ds:schemaRef ds:uri="http://www.w3.org/XML/1998/namespace"/>
    <ds:schemaRef ds:uri="http://purl.org/dc/terms/"/>
  </ds:schemaRefs>
</ds:datastoreItem>
</file>

<file path=customXml/itemProps3.xml><?xml version="1.0" encoding="utf-8"?>
<ds:datastoreItem xmlns:ds="http://schemas.openxmlformats.org/officeDocument/2006/customXml" ds:itemID="{BACB9A0F-C145-40AD-A24E-B78B9B2C0E5F}">
  <ds:schemaRefs>
    <ds:schemaRef ds:uri="http://schemas.microsoft.com/sharepoint/events"/>
  </ds:schemaRefs>
</ds:datastoreItem>
</file>

<file path=customXml/itemProps4.xml><?xml version="1.0" encoding="utf-8"?>
<ds:datastoreItem xmlns:ds="http://schemas.openxmlformats.org/officeDocument/2006/customXml" ds:itemID="{2E6BC028-54DF-4A41-BA73-ACD1E9F09AB5}">
  <ds:schemaRefs>
    <ds:schemaRef ds:uri="http://schemas.microsoft.com/sharepoint/v3/contenttype/forms"/>
  </ds:schemaRefs>
</ds:datastoreItem>
</file>

<file path=docMetadata/LabelInfo.xml><?xml version="1.0" encoding="utf-8"?>
<clbl:labelList xmlns:clbl="http://schemas.microsoft.com/office/2020/mipLabelMetadata">
  <clbl:label id="{61c22e59-6e76-40e7-9277-37c464fc6354}" enabled="1" method="Privileged" siteId="{f99512c1-fd9f-4475-9896-9a0b3cdc50ec}" removed="0"/>
</clbl:labelList>
</file>

<file path=docProps/app.xml><?xml version="1.0" encoding="utf-8"?>
<Properties xmlns="http://schemas.openxmlformats.org/officeDocument/2006/extended-properties" xmlns:vt="http://schemas.openxmlformats.org/officeDocument/2006/docPropsVTypes">
  <Template>blank</Template>
  <TotalTime>20</TotalTime>
  <Words>341</Words>
  <Application>Microsoft Office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Open Sans</vt:lpstr>
      <vt:lpstr>Roboto Mono</vt:lpstr>
      <vt:lpstr>Supria Sans Cond Medium</vt:lpstr>
      <vt:lpstr>Wingdings</vt:lpstr>
      <vt:lpstr>National Archives PPT Theme</vt:lpstr>
      <vt:lpstr>PowerPoint Presentation</vt:lpstr>
    </vt:vector>
  </TitlesOfParts>
  <Company>The National Archives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Bickford, Jake</dc:creator>
  <cp:lastModifiedBy>Bernard Ogden</cp:lastModifiedBy>
  <cp:revision>1</cp:revision>
  <dcterms:created xsi:type="dcterms:W3CDTF">2024-03-28T08:27:23Z</dcterms:created>
  <dcterms:modified xsi:type="dcterms:W3CDTF">2025-10-29T17:23:19Z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c22e59-6e76-40e7-9277-37c464fc6354_Enabled">
    <vt:lpwstr>true</vt:lpwstr>
  </property>
  <property fmtid="{D5CDD505-2E9C-101B-9397-08002B2CF9AE}" pid="3" name="MSIP_Label_61c22e59-6e76-40e7-9277-37c464fc6354_SetDate">
    <vt:lpwstr>2023-05-02T16:34:21Z</vt:lpwstr>
  </property>
  <property fmtid="{D5CDD505-2E9C-101B-9397-08002B2CF9AE}" pid="4" name="MSIP_Label_61c22e59-6e76-40e7-9277-37c464fc6354_Method">
    <vt:lpwstr>Privileged</vt:lpwstr>
  </property>
  <property fmtid="{D5CDD505-2E9C-101B-9397-08002B2CF9AE}" pid="5" name="MSIP_Label_61c22e59-6e76-40e7-9277-37c464fc6354_Name">
    <vt:lpwstr>OFFICIAL</vt:lpwstr>
  </property>
  <property fmtid="{D5CDD505-2E9C-101B-9397-08002B2CF9AE}" pid="6" name="MSIP_Label_61c22e59-6e76-40e7-9277-37c464fc6354_SiteId">
    <vt:lpwstr>f99512c1-fd9f-4475-9896-9a0b3cdc50ec</vt:lpwstr>
  </property>
  <property fmtid="{D5CDD505-2E9C-101B-9397-08002B2CF9AE}" pid="7" name="MSIP_Label_61c22e59-6e76-40e7-9277-37c464fc6354_ActionId">
    <vt:lpwstr>e739e202-ec64-49d3-9381-cc83accd7901</vt:lpwstr>
  </property>
  <property fmtid="{D5CDD505-2E9C-101B-9397-08002B2CF9AE}" pid="8" name="MSIP_Label_61c22e59-6e76-40e7-9277-37c464fc6354_ContentBits">
    <vt:lpwstr>0</vt:lpwstr>
  </property>
  <property fmtid="{D5CDD505-2E9C-101B-9397-08002B2CF9AE}" pid="9" name="ContentTypeId">
    <vt:lpwstr>0x010100704A951A0E538D45908C1973DCB1519F</vt:lpwstr>
  </property>
  <property fmtid="{D5CDD505-2E9C-101B-9397-08002B2CF9AE}" pid="10" name="_dlc_DocIdItemGuid">
    <vt:lpwstr>a7cb55c9-3ec0-4cfd-9777-09a457764175</vt:lpwstr>
  </property>
  <property fmtid="{D5CDD505-2E9C-101B-9397-08002B2CF9AE}" pid="11" name="Objective_id_target">
    <vt:lpwstr/>
  </property>
  <property fmtid="{D5CDD505-2E9C-101B-9397-08002B2CF9AE}" pid="12" name="From1">
    <vt:lpwstr/>
  </property>
  <property fmtid="{D5CDD505-2E9C-101B-9397-08002B2CF9AE}" pid="13" name="Date Received">
    <vt:lpwstr/>
  </property>
  <property fmtid="{D5CDD505-2E9C-101B-9397-08002B2CF9AE}" pid="14" name="xd_ProgID">
    <vt:lpwstr/>
  </property>
  <property fmtid="{D5CDD505-2E9C-101B-9397-08002B2CF9AE}" pid="15" name="MediaServiceImageTags">
    <vt:lpwstr/>
  </property>
  <property fmtid="{D5CDD505-2E9C-101B-9397-08002B2CF9AE}" pid="16" name="MediaLengthInSeconds">
    <vt:lpwstr/>
  </property>
  <property fmtid="{D5CDD505-2E9C-101B-9397-08002B2CF9AE}" pid="17" name="_ColorHex">
    <vt:lpwstr/>
  </property>
  <property fmtid="{D5CDD505-2E9C-101B-9397-08002B2CF9AE}" pid="18" name="ComplianceAssetId">
    <vt:lpwstr/>
  </property>
  <property fmtid="{D5CDD505-2E9C-101B-9397-08002B2CF9AE}" pid="19" name="TemplateUrl">
    <vt:lpwstr/>
  </property>
  <property fmtid="{D5CDD505-2E9C-101B-9397-08002B2CF9AE}" pid="20" name="Has Attachments">
    <vt:lpwstr/>
  </property>
  <property fmtid="{D5CDD505-2E9C-101B-9397-08002B2CF9AE}" pid="21" name="Objective_date_closed">
    <vt:lpwstr/>
  </property>
  <property fmtid="{D5CDD505-2E9C-101B-9397-08002B2CF9AE}" pid="22" name="_ExtendedDescription">
    <vt:lpwstr/>
  </property>
  <property fmtid="{D5CDD505-2E9C-101B-9397-08002B2CF9AE}" pid="23" name="_ColorTag">
    <vt:lpwstr/>
  </property>
  <property fmtid="{D5CDD505-2E9C-101B-9397-08002B2CF9AE}" pid="24" name="ConversationID">
    <vt:lpwstr/>
  </property>
  <property fmtid="{D5CDD505-2E9C-101B-9397-08002B2CF9AE}" pid="25" name="_ip_UnifiedCompliancePolicyProperties">
    <vt:lpwstr/>
  </property>
  <property fmtid="{D5CDD505-2E9C-101B-9397-08002B2CF9AE}" pid="26" name="URL">
    <vt:lpwstr/>
  </property>
  <property fmtid="{D5CDD505-2E9C-101B-9397-08002B2CF9AE}" pid="27" name="xd_Signature">
    <vt:lpwstr/>
  </property>
  <property fmtid="{D5CDD505-2E9C-101B-9397-08002B2CF9AE}" pid="28" name="Date Sent">
    <vt:lpwstr/>
  </property>
  <property fmtid="{D5CDD505-2E9C-101B-9397-08002B2CF9AE}" pid="29" name="SharedWithUsers">
    <vt:lpwstr/>
  </property>
  <property fmtid="{D5CDD505-2E9C-101B-9397-08002B2CF9AE}" pid="30" name="BCC">
    <vt:lpwstr/>
  </property>
  <property fmtid="{D5CDD505-2E9C-101B-9397-08002B2CF9AE}" pid="31" name="lcf76f155ced4ddcb4097134ff3c332f">
    <vt:lpwstr/>
  </property>
  <property fmtid="{D5CDD505-2E9C-101B-9397-08002B2CF9AE}" pid="32" name="TaxCatchAll">
    <vt:lpwstr/>
  </property>
  <property fmtid="{D5CDD505-2E9C-101B-9397-08002B2CF9AE}" pid="33" name="_Emoji">
    <vt:lpwstr/>
  </property>
  <property fmtid="{D5CDD505-2E9C-101B-9397-08002B2CF9AE}" pid="34" name="CC">
    <vt:lpwstr/>
  </property>
  <property fmtid="{D5CDD505-2E9C-101B-9397-08002B2CF9AE}" pid="35" name="To">
    <vt:lpwstr/>
  </property>
  <property fmtid="{D5CDD505-2E9C-101B-9397-08002B2CF9AE}" pid="36" name="TriggerFlowInfo">
    <vt:lpwstr/>
  </property>
  <property fmtid="{D5CDD505-2E9C-101B-9397-08002B2CF9AE}" pid="37" name="Order">
    <vt:lpwstr>37500.0000000000</vt:lpwstr>
  </property>
  <property fmtid="{D5CDD505-2E9C-101B-9397-08002B2CF9AE}" pid="38" name="_activity">
    <vt:lpwstr>{"FileActivityType":"9","FileActivityTimeStamp":"2024-10-29T19:02:51.090Z","FileActivityUsersOnPage":[{"DisplayName":"Ogden, Bernard","Id":"bernard.ogden@nationalarchives.gov.uk"},{"DisplayName":"Addis, Ellen","Id":"ellen.addis@nationalarchives.gov.uk"},{"DisplayName":"Clarke, Mollie","Id":"mollie.clarke@nationalarchives.gov.uk"}],"FileActivityNavigationId":null}</vt:lpwstr>
  </property>
  <property fmtid="{D5CDD505-2E9C-101B-9397-08002B2CF9AE}" pid="39" name="Relatedfolders">
    <vt:bool>false</vt:bool>
  </property>
  <property fmtid="{D5CDD505-2E9C-101B-9397-08002B2CF9AE}" pid="40" name="Objective_manually_sentenced">
    <vt:lpwstr>No</vt:lpwstr>
  </property>
  <property fmtid="{D5CDD505-2E9C-101B-9397-08002B2CF9AE}" pid="41" name="Objective_template">
    <vt:lpwstr>No</vt:lpwstr>
  </property>
</Properties>
</file>