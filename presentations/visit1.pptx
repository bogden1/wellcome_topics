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7"/>
  </p:sldMasterIdLst>
  <p:notesMasterIdLst>
    <p:notesMasterId r:id="rId36"/>
  </p:notesMasterIdLst>
  <p:sldIdLst>
    <p:sldId id="351" r:id="rId8"/>
    <p:sldId id="343" r:id="rId9"/>
    <p:sldId id="352" r:id="rId10"/>
    <p:sldId id="382" r:id="rId11"/>
    <p:sldId id="345" r:id="rId12"/>
    <p:sldId id="365" r:id="rId13"/>
    <p:sldId id="366" r:id="rId14"/>
    <p:sldId id="353" r:id="rId15"/>
    <p:sldId id="369" r:id="rId16"/>
    <p:sldId id="383" r:id="rId17"/>
    <p:sldId id="350" r:id="rId18"/>
    <p:sldId id="388" r:id="rId19"/>
    <p:sldId id="386" r:id="rId20"/>
    <p:sldId id="387" r:id="rId21"/>
    <p:sldId id="337" r:id="rId22"/>
    <p:sldId id="340" r:id="rId23"/>
    <p:sldId id="341" r:id="rId24"/>
    <p:sldId id="392" r:id="rId25"/>
    <p:sldId id="391" r:id="rId26"/>
    <p:sldId id="384" r:id="rId27"/>
    <p:sldId id="371" r:id="rId28"/>
    <p:sldId id="357" r:id="rId29"/>
    <p:sldId id="367" r:id="rId30"/>
    <p:sldId id="368" r:id="rId31"/>
    <p:sldId id="390" r:id="rId32"/>
    <p:sldId id="372" r:id="rId33"/>
    <p:sldId id="359" r:id="rId34"/>
    <p:sldId id="3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7E"/>
    <a:srgbClr val="00623B"/>
    <a:srgbClr val="8F34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77892" autoAdjust="0"/>
  </p:normalViewPr>
  <p:slideViewPr>
    <p:cSldViewPr snapToGrid="0" showGuides="1">
      <p:cViewPr varScale="1">
        <p:scale>
          <a:sx n="91" d="100"/>
          <a:sy n="91" d="100"/>
        </p:scale>
        <p:origin x="564" y="84"/>
      </p:cViewPr>
      <p:guideLst>
        <p:guide orient="horz" pos="2160"/>
        <p:guide pos="3840"/>
      </p:guideLst>
    </p:cSldViewPr>
  </p:slideViewPr>
  <p:notesTextViewPr>
    <p:cViewPr>
      <p:scale>
        <a:sx n="3" d="2"/>
        <a:sy n="3" d="2"/>
      </p:scale>
      <p:origin x="0" y="0"/>
    </p:cViewPr>
  </p:notesTextViewPr>
  <p:sorterViewPr>
    <p:cViewPr>
      <p:scale>
        <a:sx n="1" d="2"/>
        <a:sy n="1" d="2"/>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gden, Bernard" userId="26bd86b3-8f86-4d9e-bdb4-727f62c5650e" providerId="ADAL" clId="{01575FC1-BED0-4D2F-8B13-42B245BF0BB6}"/>
    <pc:docChg chg="custSel modSld">
      <pc:chgData name="Ogden, Bernard" userId="26bd86b3-8f86-4d9e-bdb4-727f62c5650e" providerId="ADAL" clId="{01575FC1-BED0-4D2F-8B13-42B245BF0BB6}" dt="2025-06-06T16:16:59.784" v="6" actId="478"/>
      <pc:docMkLst>
        <pc:docMk/>
      </pc:docMkLst>
      <pc:sldChg chg="modSp mod">
        <pc:chgData name="Ogden, Bernard" userId="26bd86b3-8f86-4d9e-bdb4-727f62c5650e" providerId="ADAL" clId="{01575FC1-BED0-4D2F-8B13-42B245BF0BB6}" dt="2025-06-06T16:15:46.637" v="1" actId="962"/>
        <pc:sldMkLst>
          <pc:docMk/>
          <pc:sldMk cId="3566477643" sldId="351"/>
        </pc:sldMkLst>
        <pc:spChg chg="mod">
          <ac:chgData name="Ogden, Bernard" userId="26bd86b3-8f86-4d9e-bdb4-727f62c5650e" providerId="ADAL" clId="{01575FC1-BED0-4D2F-8B13-42B245BF0BB6}" dt="2025-06-06T16:15:46.637" v="1" actId="962"/>
          <ac:spMkLst>
            <pc:docMk/>
            <pc:sldMk cId="3566477643" sldId="351"/>
            <ac:spMk id="2" creationId="{09BBFECE-8588-2BD0-3936-A74A8C841CA8}"/>
          </ac:spMkLst>
        </pc:spChg>
      </pc:sldChg>
      <pc:sldChg chg="delSp mod">
        <pc:chgData name="Ogden, Bernard" userId="26bd86b3-8f86-4d9e-bdb4-727f62c5650e" providerId="ADAL" clId="{01575FC1-BED0-4D2F-8B13-42B245BF0BB6}" dt="2025-06-06T16:15:57.901" v="2" actId="478"/>
        <pc:sldMkLst>
          <pc:docMk/>
          <pc:sldMk cId="3147678010" sldId="366"/>
        </pc:sldMkLst>
        <pc:spChg chg="del">
          <ac:chgData name="Ogden, Bernard" userId="26bd86b3-8f86-4d9e-bdb4-727f62c5650e" providerId="ADAL" clId="{01575FC1-BED0-4D2F-8B13-42B245BF0BB6}" dt="2025-06-06T16:15:57.901" v="2" actId="478"/>
          <ac:spMkLst>
            <pc:docMk/>
            <pc:sldMk cId="3147678010" sldId="366"/>
            <ac:spMk id="5" creationId="{90F296A5-EEF4-1825-9675-9CAAE500AC8C}"/>
          </ac:spMkLst>
        </pc:spChg>
      </pc:sldChg>
      <pc:sldChg chg="delSp mod">
        <pc:chgData name="Ogden, Bernard" userId="26bd86b3-8f86-4d9e-bdb4-727f62c5650e" providerId="ADAL" clId="{01575FC1-BED0-4D2F-8B13-42B245BF0BB6}" dt="2025-06-06T16:16:51.999" v="4" actId="478"/>
        <pc:sldMkLst>
          <pc:docMk/>
          <pc:sldMk cId="2892253249" sldId="372"/>
        </pc:sldMkLst>
        <pc:spChg chg="del">
          <ac:chgData name="Ogden, Bernard" userId="26bd86b3-8f86-4d9e-bdb4-727f62c5650e" providerId="ADAL" clId="{01575FC1-BED0-4D2F-8B13-42B245BF0BB6}" dt="2025-06-06T16:16:51.999" v="4" actId="478"/>
          <ac:spMkLst>
            <pc:docMk/>
            <pc:sldMk cId="2892253249" sldId="372"/>
            <ac:spMk id="5" creationId="{AB882238-FCD4-4CE2-DE35-1ED840A3D639}"/>
          </ac:spMkLst>
        </pc:spChg>
      </pc:sldChg>
      <pc:sldChg chg="delSp mod">
        <pc:chgData name="Ogden, Bernard" userId="26bd86b3-8f86-4d9e-bdb4-727f62c5650e" providerId="ADAL" clId="{01575FC1-BED0-4D2F-8B13-42B245BF0BB6}" dt="2025-06-06T16:16:59.784" v="6" actId="478"/>
        <pc:sldMkLst>
          <pc:docMk/>
          <pc:sldMk cId="1876845416" sldId="385"/>
        </pc:sldMkLst>
        <pc:spChg chg="del">
          <ac:chgData name="Ogden, Bernard" userId="26bd86b3-8f86-4d9e-bdb4-727f62c5650e" providerId="ADAL" clId="{01575FC1-BED0-4D2F-8B13-42B245BF0BB6}" dt="2025-06-06T16:16:58.268" v="5" actId="478"/>
          <ac:spMkLst>
            <pc:docMk/>
            <pc:sldMk cId="1876845416" sldId="385"/>
            <ac:spMk id="3" creationId="{5CAF773A-1F70-0E3B-F2D6-2EB26CF8046F}"/>
          </ac:spMkLst>
        </pc:spChg>
        <pc:spChg chg="del">
          <ac:chgData name="Ogden, Bernard" userId="26bd86b3-8f86-4d9e-bdb4-727f62c5650e" providerId="ADAL" clId="{01575FC1-BED0-4D2F-8B13-42B245BF0BB6}" dt="2025-06-06T16:16:59.784" v="6" actId="478"/>
          <ac:spMkLst>
            <pc:docMk/>
            <pc:sldMk cId="1876845416" sldId="385"/>
            <ac:spMk id="5" creationId="{2786642A-F68B-1DEA-75A0-6967EA67F153}"/>
          </ac:spMkLst>
        </pc:spChg>
      </pc:sldChg>
      <pc:sldChg chg="delSp mod">
        <pc:chgData name="Ogden, Bernard" userId="26bd86b3-8f86-4d9e-bdb4-727f62c5650e" providerId="ADAL" clId="{01575FC1-BED0-4D2F-8B13-42B245BF0BB6}" dt="2025-06-06T16:16:45.961" v="3" actId="478"/>
        <pc:sldMkLst>
          <pc:docMk/>
          <pc:sldMk cId="1649344969" sldId="390"/>
        </pc:sldMkLst>
        <pc:spChg chg="del">
          <ac:chgData name="Ogden, Bernard" userId="26bd86b3-8f86-4d9e-bdb4-727f62c5650e" providerId="ADAL" clId="{01575FC1-BED0-4D2F-8B13-42B245BF0BB6}" dt="2025-06-06T16:16:45.961" v="3" actId="478"/>
          <ac:spMkLst>
            <pc:docMk/>
            <pc:sldMk cId="1649344969" sldId="390"/>
            <ac:spMk id="5" creationId="{389C1665-A893-DCB2-0154-1A3417FD0BB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bogden\UNSYNC\typhus_english_to_1829_text_sizes.t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ogden\UNSYNC\typhus_english_to_1829_text_sizes.tsv"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Typhus texts per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numRef>
              <c:f>typhus_english_to_1829_text_siz!$J$1:$J$56</c:f>
              <c:numCache>
                <c:formatCode>General</c:formatCode>
                <c:ptCount val="56"/>
                <c:pt idx="1">
                  <c:v>1775</c:v>
                </c:pt>
                <c:pt idx="2">
                  <c:v>1776</c:v>
                </c:pt>
                <c:pt idx="3">
                  <c:v>1777</c:v>
                </c:pt>
                <c:pt idx="4">
                  <c:v>1778</c:v>
                </c:pt>
                <c:pt idx="5">
                  <c:v>1779</c:v>
                </c:pt>
                <c:pt idx="6">
                  <c:v>1780</c:v>
                </c:pt>
                <c:pt idx="7">
                  <c:v>1781</c:v>
                </c:pt>
                <c:pt idx="8">
                  <c:v>1782</c:v>
                </c:pt>
                <c:pt idx="9">
                  <c:v>1783</c:v>
                </c:pt>
                <c:pt idx="10">
                  <c:v>1784</c:v>
                </c:pt>
                <c:pt idx="11">
                  <c:v>1785</c:v>
                </c:pt>
                <c:pt idx="12">
                  <c:v>1786</c:v>
                </c:pt>
                <c:pt idx="13">
                  <c:v>1787</c:v>
                </c:pt>
                <c:pt idx="14">
                  <c:v>1788</c:v>
                </c:pt>
                <c:pt idx="15">
                  <c:v>1789</c:v>
                </c:pt>
                <c:pt idx="16">
                  <c:v>1790</c:v>
                </c:pt>
                <c:pt idx="17">
                  <c:v>1791</c:v>
                </c:pt>
                <c:pt idx="18">
                  <c:v>1792</c:v>
                </c:pt>
                <c:pt idx="19">
                  <c:v>1793</c:v>
                </c:pt>
                <c:pt idx="20">
                  <c:v>1794</c:v>
                </c:pt>
                <c:pt idx="21">
                  <c:v>1795</c:v>
                </c:pt>
                <c:pt idx="22">
                  <c:v>1796</c:v>
                </c:pt>
                <c:pt idx="23">
                  <c:v>1797</c:v>
                </c:pt>
                <c:pt idx="24">
                  <c:v>1798</c:v>
                </c:pt>
                <c:pt idx="25">
                  <c:v>1799</c:v>
                </c:pt>
                <c:pt idx="26">
                  <c:v>1800</c:v>
                </c:pt>
                <c:pt idx="27">
                  <c:v>1801</c:v>
                </c:pt>
                <c:pt idx="28">
                  <c:v>1802</c:v>
                </c:pt>
                <c:pt idx="29">
                  <c:v>1803</c:v>
                </c:pt>
                <c:pt idx="30">
                  <c:v>1804</c:v>
                </c:pt>
                <c:pt idx="31">
                  <c:v>1805</c:v>
                </c:pt>
                <c:pt idx="32">
                  <c:v>1806</c:v>
                </c:pt>
                <c:pt idx="33">
                  <c:v>1807</c:v>
                </c:pt>
                <c:pt idx="34">
                  <c:v>1808</c:v>
                </c:pt>
                <c:pt idx="35">
                  <c:v>1809</c:v>
                </c:pt>
                <c:pt idx="36">
                  <c:v>1810</c:v>
                </c:pt>
                <c:pt idx="37">
                  <c:v>1811</c:v>
                </c:pt>
                <c:pt idx="38">
                  <c:v>1812</c:v>
                </c:pt>
                <c:pt idx="39">
                  <c:v>1813</c:v>
                </c:pt>
                <c:pt idx="40">
                  <c:v>1814</c:v>
                </c:pt>
                <c:pt idx="41">
                  <c:v>1815</c:v>
                </c:pt>
                <c:pt idx="42">
                  <c:v>1816</c:v>
                </c:pt>
                <c:pt idx="43">
                  <c:v>1817</c:v>
                </c:pt>
                <c:pt idx="44">
                  <c:v>1818</c:v>
                </c:pt>
                <c:pt idx="45">
                  <c:v>1819</c:v>
                </c:pt>
                <c:pt idx="46">
                  <c:v>1820</c:v>
                </c:pt>
                <c:pt idx="47">
                  <c:v>1821</c:v>
                </c:pt>
                <c:pt idx="48">
                  <c:v>1822</c:v>
                </c:pt>
                <c:pt idx="49">
                  <c:v>1823</c:v>
                </c:pt>
                <c:pt idx="50">
                  <c:v>1824</c:v>
                </c:pt>
                <c:pt idx="51">
                  <c:v>1825</c:v>
                </c:pt>
                <c:pt idx="52">
                  <c:v>1826</c:v>
                </c:pt>
                <c:pt idx="53">
                  <c:v>1827</c:v>
                </c:pt>
                <c:pt idx="54">
                  <c:v>1828</c:v>
                </c:pt>
                <c:pt idx="55">
                  <c:v>1829</c:v>
                </c:pt>
              </c:numCache>
            </c:numRef>
          </c:cat>
          <c:val>
            <c:numRef>
              <c:f>typhus_english_to_1829_text_siz!$K$1:$K$56</c:f>
              <c:numCache>
                <c:formatCode>General</c:formatCode>
                <c:ptCount val="56"/>
                <c:pt idx="1">
                  <c:v>1</c:v>
                </c:pt>
                <c:pt idx="2">
                  <c:v>0</c:v>
                </c:pt>
                <c:pt idx="3">
                  <c:v>0</c:v>
                </c:pt>
                <c:pt idx="4">
                  <c:v>0</c:v>
                </c:pt>
                <c:pt idx="5">
                  <c:v>0</c:v>
                </c:pt>
                <c:pt idx="6">
                  <c:v>0</c:v>
                </c:pt>
                <c:pt idx="7">
                  <c:v>0</c:v>
                </c:pt>
                <c:pt idx="8">
                  <c:v>0</c:v>
                </c:pt>
                <c:pt idx="9">
                  <c:v>0</c:v>
                </c:pt>
                <c:pt idx="10">
                  <c:v>1</c:v>
                </c:pt>
                <c:pt idx="11">
                  <c:v>1</c:v>
                </c:pt>
                <c:pt idx="12">
                  <c:v>0</c:v>
                </c:pt>
                <c:pt idx="13">
                  <c:v>0</c:v>
                </c:pt>
                <c:pt idx="14">
                  <c:v>0</c:v>
                </c:pt>
                <c:pt idx="15">
                  <c:v>1</c:v>
                </c:pt>
                <c:pt idx="16">
                  <c:v>0</c:v>
                </c:pt>
                <c:pt idx="17">
                  <c:v>0</c:v>
                </c:pt>
                <c:pt idx="18">
                  <c:v>0</c:v>
                </c:pt>
                <c:pt idx="19">
                  <c:v>2</c:v>
                </c:pt>
                <c:pt idx="20">
                  <c:v>0</c:v>
                </c:pt>
                <c:pt idx="21">
                  <c:v>0</c:v>
                </c:pt>
                <c:pt idx="22">
                  <c:v>0</c:v>
                </c:pt>
                <c:pt idx="23">
                  <c:v>0</c:v>
                </c:pt>
                <c:pt idx="24">
                  <c:v>0</c:v>
                </c:pt>
                <c:pt idx="25">
                  <c:v>1</c:v>
                </c:pt>
                <c:pt idx="26">
                  <c:v>1</c:v>
                </c:pt>
                <c:pt idx="27">
                  <c:v>0</c:v>
                </c:pt>
                <c:pt idx="28">
                  <c:v>1</c:v>
                </c:pt>
                <c:pt idx="29">
                  <c:v>0</c:v>
                </c:pt>
                <c:pt idx="30">
                  <c:v>0</c:v>
                </c:pt>
                <c:pt idx="31">
                  <c:v>2</c:v>
                </c:pt>
                <c:pt idx="32">
                  <c:v>0</c:v>
                </c:pt>
                <c:pt idx="33">
                  <c:v>0</c:v>
                </c:pt>
                <c:pt idx="34">
                  <c:v>0</c:v>
                </c:pt>
                <c:pt idx="35">
                  <c:v>1</c:v>
                </c:pt>
                <c:pt idx="36">
                  <c:v>0</c:v>
                </c:pt>
                <c:pt idx="37">
                  <c:v>2</c:v>
                </c:pt>
                <c:pt idx="38">
                  <c:v>0</c:v>
                </c:pt>
                <c:pt idx="39">
                  <c:v>1</c:v>
                </c:pt>
                <c:pt idx="40">
                  <c:v>0</c:v>
                </c:pt>
                <c:pt idx="41">
                  <c:v>1</c:v>
                </c:pt>
                <c:pt idx="42">
                  <c:v>1</c:v>
                </c:pt>
                <c:pt idx="43">
                  <c:v>3</c:v>
                </c:pt>
                <c:pt idx="44">
                  <c:v>4</c:v>
                </c:pt>
                <c:pt idx="45">
                  <c:v>7</c:v>
                </c:pt>
                <c:pt idx="46">
                  <c:v>5</c:v>
                </c:pt>
                <c:pt idx="47">
                  <c:v>2</c:v>
                </c:pt>
                <c:pt idx="48">
                  <c:v>0</c:v>
                </c:pt>
                <c:pt idx="49">
                  <c:v>0</c:v>
                </c:pt>
                <c:pt idx="50">
                  <c:v>1</c:v>
                </c:pt>
                <c:pt idx="51">
                  <c:v>1</c:v>
                </c:pt>
                <c:pt idx="52">
                  <c:v>0</c:v>
                </c:pt>
                <c:pt idx="53">
                  <c:v>1</c:v>
                </c:pt>
                <c:pt idx="54">
                  <c:v>2</c:v>
                </c:pt>
                <c:pt idx="55">
                  <c:v>3</c:v>
                </c:pt>
              </c:numCache>
            </c:numRef>
          </c:val>
          <c:extLst>
            <c:ext xmlns:c16="http://schemas.microsoft.com/office/drawing/2014/chart" uri="{C3380CC4-5D6E-409C-BE32-E72D297353CC}">
              <c16:uniqueId val="{00000000-A6E9-490C-967B-6BAD7A9916DC}"/>
            </c:ext>
          </c:extLst>
        </c:ser>
        <c:dLbls>
          <c:showLegendKey val="0"/>
          <c:showVal val="0"/>
          <c:showCatName val="0"/>
          <c:showSerName val="0"/>
          <c:showPercent val="0"/>
          <c:showBubbleSize val="0"/>
        </c:dLbls>
        <c:gapWidth val="219"/>
        <c:overlap val="-27"/>
        <c:axId val="980990432"/>
        <c:axId val="1297449856"/>
      </c:barChart>
      <c:catAx>
        <c:axId val="98099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7449856"/>
        <c:crosses val="autoZero"/>
        <c:auto val="1"/>
        <c:lblAlgn val="ctr"/>
        <c:lblOffset val="100"/>
        <c:noMultiLvlLbl val="0"/>
      </c:catAx>
      <c:valAx>
        <c:axId val="12974498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09904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typhus_english_to_1829_text_siz!$A$1</c:f>
              <c:strCache>
                <c:ptCount val="1"/>
                <c:pt idx="0">
                  <c:v>Words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yVal>
            <c:numRef>
              <c:f>typhus_english_to_1829_text_siz!$A$2:$A$51</c:f>
              <c:numCache>
                <c:formatCode>General</c:formatCode>
                <c:ptCount val="50"/>
                <c:pt idx="0">
                  <c:v>5014</c:v>
                </c:pt>
                <c:pt idx="1">
                  <c:v>7017</c:v>
                </c:pt>
                <c:pt idx="2">
                  <c:v>8646</c:v>
                </c:pt>
                <c:pt idx="3">
                  <c:v>9302</c:v>
                </c:pt>
                <c:pt idx="4">
                  <c:v>9642</c:v>
                </c:pt>
                <c:pt idx="5">
                  <c:v>10040</c:v>
                </c:pt>
                <c:pt idx="6">
                  <c:v>10116</c:v>
                </c:pt>
                <c:pt idx="7">
                  <c:v>11107</c:v>
                </c:pt>
                <c:pt idx="8">
                  <c:v>11452</c:v>
                </c:pt>
                <c:pt idx="9">
                  <c:v>11962</c:v>
                </c:pt>
                <c:pt idx="10">
                  <c:v>13513</c:v>
                </c:pt>
                <c:pt idx="11">
                  <c:v>13769</c:v>
                </c:pt>
                <c:pt idx="12">
                  <c:v>13898</c:v>
                </c:pt>
                <c:pt idx="13">
                  <c:v>15821</c:v>
                </c:pt>
                <c:pt idx="14">
                  <c:v>19687</c:v>
                </c:pt>
                <c:pt idx="15">
                  <c:v>20153</c:v>
                </c:pt>
                <c:pt idx="16">
                  <c:v>24235</c:v>
                </c:pt>
                <c:pt idx="17">
                  <c:v>24427</c:v>
                </c:pt>
                <c:pt idx="18">
                  <c:v>31764</c:v>
                </c:pt>
                <c:pt idx="19">
                  <c:v>34246</c:v>
                </c:pt>
                <c:pt idx="20">
                  <c:v>34835</c:v>
                </c:pt>
                <c:pt idx="21">
                  <c:v>36252</c:v>
                </c:pt>
                <c:pt idx="22">
                  <c:v>36593</c:v>
                </c:pt>
                <c:pt idx="23">
                  <c:v>37371</c:v>
                </c:pt>
                <c:pt idx="24">
                  <c:v>43274</c:v>
                </c:pt>
                <c:pt idx="25">
                  <c:v>43797</c:v>
                </c:pt>
                <c:pt idx="26">
                  <c:v>48565</c:v>
                </c:pt>
                <c:pt idx="27">
                  <c:v>48974</c:v>
                </c:pt>
                <c:pt idx="28">
                  <c:v>50842</c:v>
                </c:pt>
                <c:pt idx="29">
                  <c:v>51884</c:v>
                </c:pt>
                <c:pt idx="30">
                  <c:v>56681</c:v>
                </c:pt>
                <c:pt idx="31">
                  <c:v>59696</c:v>
                </c:pt>
                <c:pt idx="32">
                  <c:v>59956</c:v>
                </c:pt>
                <c:pt idx="33">
                  <c:v>67163</c:v>
                </c:pt>
                <c:pt idx="34">
                  <c:v>69138</c:v>
                </c:pt>
                <c:pt idx="35">
                  <c:v>71433</c:v>
                </c:pt>
                <c:pt idx="36">
                  <c:v>72439</c:v>
                </c:pt>
                <c:pt idx="37">
                  <c:v>73854</c:v>
                </c:pt>
                <c:pt idx="38">
                  <c:v>94391</c:v>
                </c:pt>
                <c:pt idx="39">
                  <c:v>145804</c:v>
                </c:pt>
                <c:pt idx="40">
                  <c:v>155524</c:v>
                </c:pt>
                <c:pt idx="41">
                  <c:v>156218</c:v>
                </c:pt>
                <c:pt idx="42">
                  <c:v>163448</c:v>
                </c:pt>
                <c:pt idx="43">
                  <c:v>164454</c:v>
                </c:pt>
                <c:pt idx="44">
                  <c:v>183081</c:v>
                </c:pt>
                <c:pt idx="45">
                  <c:v>212931</c:v>
                </c:pt>
              </c:numCache>
            </c:numRef>
          </c:yVal>
          <c:smooth val="0"/>
          <c:extLst>
            <c:ext xmlns:c16="http://schemas.microsoft.com/office/drawing/2014/chart" uri="{C3380CC4-5D6E-409C-BE32-E72D297353CC}">
              <c16:uniqueId val="{00000000-6A0C-4B3A-BB6C-B84E17BC96E4}"/>
            </c:ext>
          </c:extLst>
        </c:ser>
        <c:dLbls>
          <c:showLegendKey val="0"/>
          <c:showVal val="0"/>
          <c:showCatName val="0"/>
          <c:showSerName val="0"/>
          <c:showPercent val="0"/>
          <c:showBubbleSize val="0"/>
        </c:dLbls>
        <c:axId val="851044672"/>
        <c:axId val="961233936"/>
      </c:scatterChart>
      <c:valAx>
        <c:axId val="851044672"/>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1233936"/>
        <c:crosses val="autoZero"/>
        <c:crossBetween val="midCat"/>
      </c:valAx>
      <c:valAx>
        <c:axId val="961233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10446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2AF2C9-35B2-460E-8FF9-6E6858C3675A}" type="datetimeFigureOut">
              <a:rPr lang="en-GB" smtClean="0"/>
              <a:t>06/06/2025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26699-E148-466C-AFDB-5343868BE4F8}" type="slidenum">
              <a:rPr lang="en-GB" smtClean="0"/>
              <a:t>‹#›</a:t>
            </a:fld>
            <a:endParaRPr lang="en-GB"/>
          </a:p>
        </p:txBody>
      </p:sp>
    </p:spTree>
    <p:extLst>
      <p:ext uri="{BB962C8B-B14F-4D97-AF65-F5344CB8AC3E}">
        <p14:creationId xmlns:p14="http://schemas.microsoft.com/office/powerpoint/2010/main" val="337040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Thank you for coming and giving up some time to hear about my project</a:t>
            </a:r>
          </a:p>
          <a:p>
            <a:r>
              <a:rPr lang="en-GB"/>
              <a:t>Today I just want to introduce myself and the project, and ask you all to think a bit about</a:t>
            </a:r>
          </a:p>
          <a:p>
            <a:pPr marL="171450" indent="-171450">
              <a:buFont typeface="Arial" panose="020B0604020202020204" pitchFamily="34" charset="0"/>
              <a:buChar char="•"/>
            </a:pPr>
            <a:r>
              <a:rPr lang="en-GB"/>
              <a:t>where its value might be for you</a:t>
            </a:r>
          </a:p>
          <a:p>
            <a:pPr marL="628650" lvl="1" indent="-171450">
              <a:buFont typeface="Arial" panose="020B0604020202020204" pitchFamily="34" charset="0"/>
              <a:buChar char="•"/>
            </a:pPr>
            <a:r>
              <a:rPr lang="en-GB"/>
              <a:t>how text analysis could enhance search for purposes that you care about</a:t>
            </a:r>
          </a:p>
          <a:p>
            <a:pPr marL="0" lvl="0" indent="0">
              <a:buFont typeface="Arial" panose="020B0604020202020204" pitchFamily="34" charset="0"/>
              <a:buNone/>
            </a:pPr>
            <a:r>
              <a:rPr lang="en-GB"/>
              <a:t>Very much hoping that this project can be useful for you, the intention is that everyone should be getting something of value out of it</a:t>
            </a:r>
          </a:p>
          <a:p>
            <a:pPr marL="0" lvl="0" indent="0">
              <a:buFont typeface="Arial" panose="020B0604020202020204" pitchFamily="34" charset="0"/>
              <a:buNone/>
            </a:pPr>
            <a:endParaRPr lang="en-GB"/>
          </a:p>
          <a:p>
            <a:pPr marL="0" lvl="0" indent="0">
              <a:buFont typeface="Arial" panose="020B0604020202020204" pitchFamily="34" charset="0"/>
              <a:buNone/>
            </a:pPr>
            <a:r>
              <a:rPr lang="en-GB"/>
              <a:t>So for today I’ll do a general project introduction</a:t>
            </a:r>
          </a:p>
          <a:p>
            <a:pPr marL="0" lvl="0" indent="0">
              <a:buFont typeface="Arial" panose="020B0604020202020204" pitchFamily="34" charset="0"/>
              <a:buNone/>
            </a:pPr>
            <a:r>
              <a:rPr lang="en-GB"/>
              <a:t>And spend some time demonstrating some text analysis techniques</a:t>
            </a:r>
          </a:p>
          <a:p>
            <a:pPr marL="0" lvl="0" indent="0">
              <a:buFont typeface="Arial" panose="020B0604020202020204" pitchFamily="34" charset="0"/>
              <a:buNone/>
            </a:pPr>
            <a:r>
              <a:rPr lang="en-GB"/>
              <a:t>And leave some time to discuss potential themes or questions to explore with these techniques</a:t>
            </a:r>
          </a:p>
          <a:p>
            <a:pPr marL="0" lvl="0" indent="0">
              <a:buFont typeface="Arial" panose="020B0604020202020204" pitchFamily="34" charset="0"/>
              <a:buNone/>
            </a:pPr>
            <a:r>
              <a:rPr lang="en-GB"/>
              <a:t>Do feel free to ask questions as I go, I think its better to have a conversation than to just talk at you</a:t>
            </a:r>
          </a:p>
        </p:txBody>
      </p:sp>
      <p:sp>
        <p:nvSpPr>
          <p:cNvPr id="4" name="Slide Number Placeholder 3"/>
          <p:cNvSpPr>
            <a:spLocks noGrp="1"/>
          </p:cNvSpPr>
          <p:nvPr>
            <p:ph type="sldNum" sz="quarter" idx="5"/>
          </p:nvPr>
        </p:nvSpPr>
        <p:spPr/>
        <p:txBody>
          <a:bodyPr/>
          <a:lstStyle/>
          <a:p>
            <a:fld id="{E8526699-E148-466C-AFDB-5343868BE4F8}" type="slidenum">
              <a:rPr lang="en-GB" smtClean="0"/>
              <a:t>1</a:t>
            </a:fld>
            <a:endParaRPr lang="en-GB"/>
          </a:p>
        </p:txBody>
      </p:sp>
    </p:spTree>
    <p:extLst>
      <p:ext uri="{BB962C8B-B14F-4D97-AF65-F5344CB8AC3E}">
        <p14:creationId xmlns:p14="http://schemas.microsoft.com/office/powerpoint/2010/main" val="139243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begin at the beginning, this project is an RLUK/TNA Professional Fellowship</a:t>
            </a:r>
          </a:p>
          <a:p>
            <a:endParaRPr lang="en-GB"/>
          </a:p>
          <a:p>
            <a:r>
              <a:rPr lang="en-GB"/>
              <a:t>These fellowships advertise themselves as being:</a:t>
            </a:r>
          </a:p>
          <a:p>
            <a:pPr marL="171450" indent="-171450">
              <a:buFont typeface="Arial" panose="020B0604020202020204" pitchFamily="34" charset="0"/>
              <a:buChar char="•"/>
            </a:pPr>
            <a:r>
              <a:rPr lang="en-GB"/>
              <a:t>To explore a professional practice question</a:t>
            </a:r>
          </a:p>
          <a:p>
            <a:pPr marL="171450" indent="-171450">
              <a:buFont typeface="Arial" panose="020B0604020202020204" pitchFamily="34" charset="0"/>
              <a:buChar char="•"/>
            </a:pPr>
            <a:r>
              <a:rPr lang="en-GB"/>
              <a:t>To contribute to a wider piece of work</a:t>
            </a:r>
          </a:p>
          <a:p>
            <a:pPr marL="171450" indent="-171450">
              <a:buFont typeface="Arial" panose="020B0604020202020204" pitchFamily="34" charset="0"/>
              <a:buChar char="•"/>
            </a:pPr>
            <a:r>
              <a:rPr lang="en-GB"/>
              <a:t>To facilitate shared learning between RLUK and TNA.</a:t>
            </a:r>
          </a:p>
          <a:p>
            <a:pPr marL="171450" indent="-171450">
              <a:buFont typeface="Arial" panose="020B0604020202020204" pitchFamily="34" charset="0"/>
              <a:buChar cha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In this case, the project is to experiment with engaging a multidisciplinary group to explore digital possibilities in cultural heritage, through the medium of digital techniques to explore Wellcome’s collection of digitised texts. But I’ll come back to that.</a:t>
            </a:r>
          </a:p>
          <a:p>
            <a:pPr marL="0" indent="0">
              <a:buFont typeface="Arial" panose="020B0604020202020204" pitchFamily="34" charset="0"/>
              <a:buNone/>
            </a:pPr>
            <a:endParaRPr lang="en-GB"/>
          </a:p>
          <a:p>
            <a:pPr marL="171450" indent="-171450">
              <a:buFont typeface="Arial" panose="020B0604020202020204" pitchFamily="34" charset="0"/>
              <a:buChar char="•"/>
            </a:pPr>
            <a:r>
              <a:rPr lang="en-GB"/>
              <a:t>A project with a short-term residency with a partner institution</a:t>
            </a:r>
          </a:p>
          <a:p>
            <a:pPr marL="628650" lvl="1" indent="-171450">
              <a:buFont typeface="Arial" panose="020B0604020202020204" pitchFamily="34" charset="0"/>
              <a:buChar char="•"/>
            </a:pPr>
            <a:r>
              <a:rPr lang="en-GB"/>
              <a:t>So a staff member at an RLUK library will do a residency at The National Archives and vice versa</a:t>
            </a:r>
          </a:p>
          <a:p>
            <a:pPr marL="628650" lvl="1" indent="-171450">
              <a:buFont typeface="Arial" panose="020B0604020202020204" pitchFamily="34" charset="0"/>
              <a:buChar char="•"/>
            </a:pPr>
            <a:r>
              <a:rPr lang="en-GB"/>
              <a:t>The residency can be split into multiple visits, as we are doing here</a:t>
            </a:r>
          </a:p>
          <a:p>
            <a:pPr marL="171450" indent="-171450">
              <a:buFont typeface="Arial" panose="020B0604020202020204" pitchFamily="34" charset="0"/>
              <a:buChar char="•"/>
            </a:pPr>
            <a:r>
              <a:rPr lang="en-GB"/>
              <a:t>It’s quite a small project -- 10% of time for a year, so works out at a couple of days a month.</a:t>
            </a:r>
          </a:p>
        </p:txBody>
      </p:sp>
      <p:sp>
        <p:nvSpPr>
          <p:cNvPr id="4" name="Slide Number Placeholder 3"/>
          <p:cNvSpPr>
            <a:spLocks noGrp="1"/>
          </p:cNvSpPr>
          <p:nvPr>
            <p:ph type="sldNum" sz="quarter" idx="5"/>
          </p:nvPr>
        </p:nvSpPr>
        <p:spPr/>
        <p:txBody>
          <a:bodyPr/>
          <a:lstStyle/>
          <a:p>
            <a:fld id="{E8526699-E148-466C-AFDB-5343868BE4F8}" type="slidenum">
              <a:rPr lang="en-GB" smtClean="0"/>
              <a:t>2</a:t>
            </a:fld>
            <a:endParaRPr lang="en-GB"/>
          </a:p>
        </p:txBody>
      </p:sp>
    </p:spTree>
    <p:extLst>
      <p:ext uri="{BB962C8B-B14F-4D97-AF65-F5344CB8AC3E}">
        <p14:creationId xmlns:p14="http://schemas.microsoft.com/office/powerpoint/2010/main" val="2787758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Latterly I’m a Research Software Engineer at TNA. I’m relatively new to digital humanties or cultural heritage types of projects. I’m kind of a generalist, even within software</a:t>
            </a:r>
          </a:p>
          <a:p>
            <a:pPr marL="628650" lvl="1" indent="-171450">
              <a:buFont typeface="Arial" panose="020B0604020202020204" pitchFamily="34" charset="0"/>
              <a:buChar char="•"/>
            </a:pPr>
            <a:r>
              <a:rPr lang="en-GB"/>
              <a:t>Contributions I’ve made at TNA have included:</a:t>
            </a:r>
          </a:p>
          <a:p>
            <a:pPr marL="1085850" lvl="2" indent="-171450">
              <a:buFont typeface="Arial" panose="020B0604020202020204" pitchFamily="34" charset="0"/>
              <a:buChar char="•"/>
            </a:pPr>
            <a:r>
              <a:rPr lang="en-GB"/>
              <a:t>User interface for a visual search project</a:t>
            </a:r>
          </a:p>
          <a:p>
            <a:pPr marL="1085850" lvl="2" indent="-171450">
              <a:buFont typeface="Arial" panose="020B0604020202020204" pitchFamily="34" charset="0"/>
              <a:buChar char="•"/>
            </a:pPr>
            <a:r>
              <a:rPr lang="en-GB"/>
              <a:t>Designing and running a crowdsourcing project</a:t>
            </a:r>
          </a:p>
          <a:p>
            <a:pPr marL="1085850" lvl="2" indent="-171450">
              <a:buFont typeface="Arial" panose="020B0604020202020204" pitchFamily="34" charset="0"/>
              <a:buChar char="•"/>
            </a:pPr>
            <a:r>
              <a:rPr lang="en-GB"/>
              <a:t>Data wrangling with the outputs of a couple of crowdsourcing projects</a:t>
            </a:r>
          </a:p>
          <a:p>
            <a:pPr marL="1543050" lvl="3" indent="-171450">
              <a:buFont typeface="Arial" panose="020B0604020202020204" pitchFamily="34" charset="0"/>
              <a:buChar char="•"/>
            </a:pPr>
            <a:r>
              <a:rPr lang="en-GB"/>
              <a:t>So taking collections of transcriptions or annotations of records, cleaning them up and converting them into a form that’s suitable for analysis.</a:t>
            </a:r>
          </a:p>
          <a:p>
            <a:pPr marL="628650" lvl="1" indent="-171450">
              <a:buFont typeface="Arial" panose="020B0604020202020204" pitchFamily="34" charset="0"/>
              <a:buChar char="•"/>
            </a:pPr>
            <a:r>
              <a:rPr lang="en-GB"/>
              <a:t>Currently I’m doing:</a:t>
            </a:r>
          </a:p>
          <a:p>
            <a:pPr marL="1085850" lvl="2" indent="-171450">
              <a:buFont typeface="Arial" panose="020B0604020202020204" pitchFamily="34" charset="0"/>
              <a:buChar char="•"/>
            </a:pPr>
            <a:r>
              <a:rPr lang="en-GB"/>
              <a:t>Supervising some work around digital training for humanists</a:t>
            </a:r>
          </a:p>
          <a:p>
            <a:pPr marL="1085850" lvl="2" indent="-171450">
              <a:buFont typeface="Arial" panose="020B0604020202020204" pitchFamily="34" charset="0"/>
              <a:buChar char="•"/>
            </a:pPr>
            <a:r>
              <a:rPr lang="en-GB"/>
              <a:t>More data wrangling and other contributions for a digital workshop around the 1980s HIV awareness campaign</a:t>
            </a:r>
          </a:p>
          <a:p>
            <a:pPr marL="1085850" lvl="2" indent="-171450">
              <a:buFont typeface="Arial" panose="020B0604020202020204" pitchFamily="34" charset="0"/>
              <a:buChar char="•"/>
            </a:pPr>
            <a:r>
              <a:rPr lang="en-GB"/>
              <a:t>So there’s a bit of a theme around digital collaboration, outreach and training this year</a:t>
            </a:r>
          </a:p>
          <a:p>
            <a:pPr marL="628650" lvl="1" indent="-171450">
              <a:buFont typeface="Arial" panose="020B0604020202020204" pitchFamily="34" charset="0"/>
              <a:buChar char="•"/>
            </a:pPr>
            <a:r>
              <a:rPr lang="en-GB"/>
              <a:t>These projects are all very digital, but tend to involve working with people from a range of disciplines, within TNA and with cultural heritage &amp; academic partners</a:t>
            </a:r>
          </a:p>
          <a:p>
            <a:pPr marL="0" lvl="0" indent="0">
              <a:buFont typeface="Arial" panose="020B0604020202020204" pitchFamily="34" charset="0"/>
              <a:buNone/>
            </a:pPr>
            <a:endParaRPr lang="en-GB"/>
          </a:p>
          <a:p>
            <a:pPr marL="0" lvl="0" indent="0">
              <a:buFont typeface="Arial" panose="020B0604020202020204" pitchFamily="34" charset="0"/>
              <a:buNone/>
            </a:pPr>
            <a:r>
              <a:rPr lang="en-GB"/>
              <a:t>So that’s where I am now, but I’ve done some other things.</a:t>
            </a:r>
          </a:p>
          <a:p>
            <a:pPr marL="0" lvl="0" indent="0">
              <a:buFont typeface="Arial" panose="020B0604020202020204" pitchFamily="34" charset="0"/>
              <a:buNone/>
            </a:pPr>
            <a:r>
              <a:rPr lang="en-GB"/>
              <a:t>A few years ago the stars aligned in such a way that I was able to spend a year on a Historical Research MA</a:t>
            </a:r>
          </a:p>
          <a:p>
            <a:pPr marL="171450" indent="-171450">
              <a:buFont typeface="Arial" panose="020B0604020202020204" pitchFamily="34" charset="0"/>
              <a:buChar char="•"/>
            </a:pPr>
            <a:r>
              <a:rPr lang="en-GB"/>
              <a:t>History was kind of my first love, and I’m generally curious about theory and practice of history</a:t>
            </a:r>
          </a:p>
          <a:p>
            <a:pPr marL="171450" indent="-171450">
              <a:buFont typeface="Arial" panose="020B0604020202020204" pitchFamily="34" charset="0"/>
              <a:buChar char="•"/>
            </a:pPr>
            <a:r>
              <a:rPr lang="en-GB"/>
              <a:t>A year almost entirely away from digital!</a:t>
            </a:r>
          </a:p>
          <a:p>
            <a:pPr marL="171450" indent="-171450">
              <a:buFont typeface="Arial" panose="020B0604020202020204" pitchFamily="34" charset="0"/>
              <a:buChar char="•"/>
            </a:pPr>
            <a:r>
              <a:rPr lang="en-GB"/>
              <a:t>I knew I wanted to investigate 18</a:t>
            </a:r>
            <a:r>
              <a:rPr lang="en-GB" baseline="30000"/>
              <a:t>th</a:t>
            </a:r>
            <a:r>
              <a:rPr lang="en-GB"/>
              <a:t>-century-ish charlatans as part of a broader interest in truth, belief and performance</a:t>
            </a:r>
          </a:p>
          <a:p>
            <a:pPr marL="171450" indent="-171450">
              <a:buFont typeface="Arial" panose="020B0604020202020204" pitchFamily="34" charset="0"/>
              <a:buChar char="•"/>
            </a:pPr>
            <a:r>
              <a:rPr lang="en-GB"/>
              <a:t>But a surprise along the way was that I became interested in medical history more generally</a:t>
            </a:r>
          </a:p>
          <a:p>
            <a:pPr marL="171450" indent="-171450">
              <a:buFont typeface="Arial" panose="020B0604020202020204" pitchFamily="34" charset="0"/>
              <a:buChar char="•"/>
            </a:pPr>
            <a:r>
              <a:rPr lang="en-GB"/>
              <a:t>Which is part of the reason I was keen to do a collaboration with Wellcome</a:t>
            </a:r>
          </a:p>
          <a:p>
            <a:pPr marL="171450" indent="-171450">
              <a:buFont typeface="Arial" panose="020B0604020202020204" pitchFamily="34" charset="0"/>
              <a:buChar char="•"/>
            </a:pPr>
            <a:r>
              <a:rPr lang="en-GB"/>
              <a:t>So I have more of a history background than most software engineers</a:t>
            </a:r>
          </a:p>
          <a:p>
            <a:pPr marL="628650" lvl="1" indent="-171450">
              <a:buFont typeface="Arial" panose="020B0604020202020204" pitchFamily="34" charset="0"/>
              <a:buChar char="•"/>
            </a:pPr>
            <a:r>
              <a:rPr lang="en-GB"/>
              <a:t>But it’s just a year of postgrad study and whatever background reading I can fit in</a:t>
            </a:r>
          </a:p>
          <a:p>
            <a:pPr marL="457200" lvl="1" indent="0">
              <a:buFont typeface="Arial" panose="020B0604020202020204" pitchFamily="34" charset="0"/>
              <a:buNone/>
            </a:pPr>
            <a:endParaRPr lang="en-GB"/>
          </a:p>
          <a:p>
            <a:pPr marL="0" lvl="0" indent="0">
              <a:buFont typeface="Arial" panose="020B0604020202020204" pitchFamily="34" charset="0"/>
              <a:buNone/>
            </a:pPr>
            <a:r>
              <a:rPr lang="en-GB"/>
              <a:t>But most of my career was at a particular tech company, doing a range of software things</a:t>
            </a:r>
          </a:p>
          <a:p>
            <a:pPr marL="171450" lvl="0" indent="-171450">
              <a:buFont typeface="Arial" panose="020B0604020202020204" pitchFamily="34" charset="0"/>
              <a:buChar char="•"/>
            </a:pPr>
            <a:endParaRPr lang="en-GB"/>
          </a:p>
          <a:p>
            <a:pPr marL="0" lvl="0" indent="0">
              <a:buFont typeface="Arial" panose="020B0604020202020204" pitchFamily="34" charset="0"/>
              <a:buNone/>
            </a:pPr>
            <a:r>
              <a:rPr lang="en-GB"/>
              <a:t>So although I am very fond of history and the humanities, I feel kind of like a tourist in that world</a:t>
            </a:r>
          </a:p>
          <a:p>
            <a:pPr marL="0" lvl="0" indent="0">
              <a:buFont typeface="Arial" panose="020B0604020202020204" pitchFamily="34" charset="0"/>
              <a:buNone/>
            </a:pPr>
            <a:r>
              <a:rPr lang="en-GB"/>
              <a:t>Software, and software engineer ways of thinking are quite deeply embedded in my mind</a:t>
            </a:r>
          </a:p>
          <a:p>
            <a:pPr marL="0" lvl="0" indent="0">
              <a:buFont typeface="Arial" panose="020B0604020202020204" pitchFamily="34" charset="0"/>
              <a:buNone/>
            </a:pPr>
            <a:r>
              <a:rPr lang="en-GB"/>
              <a:t>One consequence of this is that I sometimes don’t realise I’m using technical language or making sciency assumptions</a:t>
            </a:r>
          </a:p>
          <a:p>
            <a:pPr marL="0" lvl="0" indent="0">
              <a:buFont typeface="Arial" panose="020B0604020202020204" pitchFamily="34" charset="0"/>
              <a:buNone/>
            </a:pPr>
            <a:r>
              <a:rPr lang="en-GB"/>
              <a:t>So please do stop me and ask for an explanation if something that I say seems unclear or wrong</a:t>
            </a:r>
          </a:p>
          <a:p>
            <a:pPr marL="628650" lvl="1" indent="-171450">
              <a:buFont typeface="Arial" panose="020B0604020202020204" pitchFamily="34" charset="0"/>
              <a:buChar char="•"/>
            </a:pPr>
            <a:r>
              <a:rPr lang="en-GB"/>
              <a:t>Could be down to STEM-ish assumptions, could just be a technical term getting lost in translation</a:t>
            </a:r>
          </a:p>
          <a:p>
            <a:pPr marL="628650" lvl="1" indent="-171450">
              <a:buFont typeface="Arial" panose="020B0604020202020204" pitchFamily="34" charset="0"/>
              <a:buChar char="•"/>
            </a:pPr>
            <a:r>
              <a:rPr lang="en-GB"/>
              <a:t>Either way, helpful to flag these things up</a:t>
            </a:r>
          </a:p>
          <a:p>
            <a:pPr marL="628650" lvl="1" indent="-171450">
              <a:buFont typeface="Arial" panose="020B0604020202020204" pitchFamily="34" charset="0"/>
              <a:buChar char="•"/>
            </a:pPr>
            <a:r>
              <a:rPr lang="en-GB"/>
              <a:t>Especially please do that if anything I’m saying today is hard to follow, it’ll help us to establish common ground</a:t>
            </a:r>
          </a:p>
          <a:p>
            <a:pPr marL="1085850" lvl="2" indent="-171450">
              <a:buFont typeface="Arial" panose="020B0604020202020204" pitchFamily="34" charset="0"/>
              <a:buChar char="•"/>
            </a:pPr>
            <a:r>
              <a:rPr lang="en-GB"/>
              <a:t>And I also very much don’t want to lose you along the way</a:t>
            </a:r>
          </a:p>
          <a:p>
            <a:pPr marL="0" lvl="0" indent="0">
              <a:buFont typeface="Arial" panose="020B0604020202020204" pitchFamily="34" charset="0"/>
              <a:buNone/>
            </a:pPr>
            <a:endParaRPr lang="en-GB"/>
          </a:p>
          <a:p>
            <a:pPr marL="0" lvl="0" indent="0">
              <a:buFont typeface="Arial" panose="020B0604020202020204" pitchFamily="34" charset="0"/>
              <a:buNone/>
            </a:pPr>
            <a:r>
              <a:rPr lang="en-GB"/>
              <a:t>Then going further back, I did most of a PhD on a project investigating the use of robots as therapeutic tools for autistic children, which wound up being partly about simple machine vision and partly about nonverbal interaction and social use of space, and my undergraduate degree was in Computing with Psychology.</a:t>
            </a:r>
          </a:p>
          <a:p>
            <a:pPr marL="0" lvl="0" indent="0">
              <a:buFont typeface="Arial" panose="020B0604020202020204" pitchFamily="34" charset="0"/>
              <a:buNone/>
            </a:pPr>
            <a:endParaRPr lang="en-GB"/>
          </a:p>
          <a:p>
            <a:pPr marL="0" lvl="0" indent="0">
              <a:buFont typeface="Arial" panose="020B0604020202020204" pitchFamily="34" charset="0"/>
              <a:buNone/>
            </a:pPr>
            <a:r>
              <a:rPr lang="en-GB"/>
              <a:t>So technology is a thread throughout, but there are pieces of other disciplines – so I’m a generalist.</a:t>
            </a:r>
          </a:p>
          <a:p>
            <a:pPr marL="0" lvl="0" indent="0">
              <a:buFont typeface="Arial" panose="020B0604020202020204" pitchFamily="34" charset="0"/>
              <a:buNone/>
            </a:pPr>
            <a:r>
              <a:rPr lang="en-GB"/>
              <a:t>Which perhaps explains why I’m here with a project about interdisciplinary collaboration, and hopefully means I’m well placed to communicate across disciplinary boundaries.</a:t>
            </a:r>
          </a:p>
          <a:p>
            <a:pPr marL="0" lvl="0" indent="0">
              <a:buFont typeface="Arial" panose="020B0604020202020204" pitchFamily="34" charset="0"/>
              <a:buNone/>
            </a:pPr>
            <a:r>
              <a:rPr lang="en-GB"/>
              <a:t>It does also mean I’m likely to get things wrong, or at least not sufficiently nuanced – for the most part, my knowledge is more broad than deep.</a:t>
            </a:r>
          </a:p>
          <a:p>
            <a:pPr marL="0" lvl="0" indent="0">
              <a:buFont typeface="Arial" panose="020B0604020202020204" pitchFamily="34" charset="0"/>
              <a:buNone/>
            </a:pPr>
            <a:r>
              <a:rPr lang="en-GB"/>
              <a:t>Worth bearing in mind when I tell you something outside of your own area of expertise. I’m likely to be right to a point, but probably do not know the whole story.</a:t>
            </a:r>
          </a:p>
        </p:txBody>
      </p:sp>
      <p:sp>
        <p:nvSpPr>
          <p:cNvPr id="4" name="Slide Number Placeholder 3"/>
          <p:cNvSpPr>
            <a:spLocks noGrp="1"/>
          </p:cNvSpPr>
          <p:nvPr>
            <p:ph type="sldNum" sz="quarter" idx="5"/>
          </p:nvPr>
        </p:nvSpPr>
        <p:spPr/>
        <p:txBody>
          <a:bodyPr/>
          <a:lstStyle/>
          <a:p>
            <a:fld id="{E8526699-E148-466C-AFDB-5343868BE4F8}" type="slidenum">
              <a:rPr lang="en-GB" smtClean="0"/>
              <a:t>3</a:t>
            </a:fld>
            <a:endParaRPr lang="en-GB"/>
          </a:p>
        </p:txBody>
      </p:sp>
    </p:spTree>
    <p:extLst>
      <p:ext uri="{BB962C8B-B14F-4D97-AF65-F5344CB8AC3E}">
        <p14:creationId xmlns:p14="http://schemas.microsoft.com/office/powerpoint/2010/main" val="2009523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that’s all well and good, but what is the actual project?</a:t>
            </a:r>
          </a:p>
          <a:p>
            <a:endParaRPr lang="en-GB"/>
          </a:p>
          <a:p>
            <a:r>
              <a:rPr lang="en-GB"/>
              <a:t>It has two parts</a:t>
            </a:r>
          </a:p>
          <a:p>
            <a:r>
              <a:rPr lang="en-GB"/>
              <a:t>The main goal of the project is to explore interdisciplinary working</a:t>
            </a:r>
          </a:p>
          <a:p>
            <a:pPr marL="171450" indent="-171450">
              <a:buFont typeface="Arial" panose="020B0604020202020204" pitchFamily="34" charset="0"/>
              <a:buChar char="•"/>
            </a:pPr>
            <a:r>
              <a:rPr lang="en-GB"/>
              <a:t>There are questions being asked in cultural heritage, and in the humanities more broadly, about the role of software engineers</a:t>
            </a:r>
          </a:p>
          <a:p>
            <a:pPr marL="171450" indent="-171450">
              <a:buFont typeface="Arial" panose="020B0604020202020204" pitchFamily="34" charset="0"/>
              <a:buChar char="•"/>
            </a:pPr>
            <a:r>
              <a:rPr lang="en-GB"/>
              <a:t>Where do we fit, how can we collaborate with GLAM and humanities practioners for research and other projects</a:t>
            </a:r>
          </a:p>
          <a:p>
            <a:pPr marL="171450" indent="-171450">
              <a:buFont typeface="Arial" panose="020B0604020202020204" pitchFamily="34" charset="0"/>
              <a:buChar char="•"/>
            </a:pPr>
            <a:r>
              <a:rPr lang="en-GB"/>
              <a:t>How do we work together to discover where digital methods can be valuable, how do we investigate that value</a:t>
            </a:r>
          </a:p>
          <a:p>
            <a:pPr marL="171450" indent="-171450">
              <a:buFont typeface="Arial" panose="020B0604020202020204" pitchFamily="34" charset="0"/>
              <a:buChar char="•"/>
            </a:pPr>
            <a:r>
              <a:rPr lang="en-GB"/>
              <a:t>How do we develop digital skills in a new area</a:t>
            </a:r>
          </a:p>
          <a:p>
            <a:pPr marL="628650" lvl="1" indent="-171450">
              <a:buFont typeface="Arial" panose="020B0604020202020204" pitchFamily="34" charset="0"/>
              <a:buChar char="•"/>
            </a:pPr>
            <a:r>
              <a:rPr lang="en-GB"/>
              <a:t>This includes me -- I will be learning about text mining techniques as I work on the project</a:t>
            </a:r>
          </a:p>
          <a:p>
            <a:pPr marL="1085850" lvl="2" indent="-171450">
              <a:buFont typeface="Arial" panose="020B0604020202020204" pitchFamily="34" charset="0"/>
              <a:buChar char="•"/>
            </a:pPr>
            <a:r>
              <a:rPr lang="en-GB"/>
              <a:t>I have some general understanding of the techniques and how they work, but not yet practical experience of using them</a:t>
            </a:r>
          </a:p>
          <a:p>
            <a:pPr marL="171450" lvl="0" indent="-171450">
              <a:buFont typeface="Arial" panose="020B0604020202020204" pitchFamily="34" charset="0"/>
              <a:buChar char="•"/>
            </a:pPr>
            <a:r>
              <a:rPr lang="en-GB"/>
              <a:t>The whole thing should be very hands-on, practical, concrete – learning by doing</a:t>
            </a:r>
          </a:p>
          <a:p>
            <a:pPr marL="628650" lvl="1" indent="-171450">
              <a:buFont typeface="Arial" panose="020B0604020202020204" pitchFamily="34" charset="0"/>
              <a:buChar char="•"/>
            </a:pPr>
            <a:r>
              <a:rPr lang="en-GB"/>
              <a:t>Taking inspiration from the “agile” movement in software engineering, I’ll come back each month with a digital thing that I’ve made</a:t>
            </a:r>
          </a:p>
          <a:p>
            <a:pPr marL="628650" lvl="1" indent="-171450">
              <a:buFont typeface="Arial" panose="020B0604020202020204" pitchFamily="34" charset="0"/>
              <a:buChar char="•"/>
            </a:pPr>
            <a:r>
              <a:rPr lang="en-GB"/>
              <a:t>Assuming that you come back -- I’ll show you the thing, we’ll explore it a bit together, discuss what does and doesn’t work and what would be good to do next</a:t>
            </a:r>
          </a:p>
          <a:p>
            <a:pPr marL="1085850" lvl="2" indent="-171450">
              <a:buFont typeface="Arial" panose="020B0604020202020204" pitchFamily="34" charset="0"/>
              <a:buChar char="•"/>
            </a:pPr>
            <a:r>
              <a:rPr lang="en-GB"/>
              <a:t>It’ll likely be much less slides and much more demonstration after today</a:t>
            </a:r>
          </a:p>
          <a:p>
            <a:pPr marL="628650" lvl="1" indent="-171450">
              <a:buFont typeface="Arial" panose="020B0604020202020204" pitchFamily="34" charset="0"/>
              <a:buChar char="•"/>
            </a:pPr>
            <a:r>
              <a:rPr lang="en-GB"/>
              <a:t>Repeat that in cycles for a while, then I’ll spend a week on-site to develop a prototype in a more directly collaborative fashion</a:t>
            </a:r>
          </a:p>
        </p:txBody>
      </p:sp>
      <p:sp>
        <p:nvSpPr>
          <p:cNvPr id="4" name="Slide Number Placeholder 3"/>
          <p:cNvSpPr>
            <a:spLocks noGrp="1"/>
          </p:cNvSpPr>
          <p:nvPr>
            <p:ph type="sldNum" sz="quarter" idx="5"/>
          </p:nvPr>
        </p:nvSpPr>
        <p:spPr/>
        <p:txBody>
          <a:bodyPr/>
          <a:lstStyle/>
          <a:p>
            <a:fld id="{E8526699-E148-466C-AFDB-5343868BE4F8}" type="slidenum">
              <a:rPr lang="en-GB" smtClean="0"/>
              <a:t>4</a:t>
            </a:fld>
            <a:endParaRPr lang="en-GB"/>
          </a:p>
        </p:txBody>
      </p:sp>
    </p:spTree>
    <p:extLst>
      <p:ext uri="{BB962C8B-B14F-4D97-AF65-F5344CB8AC3E}">
        <p14:creationId xmlns:p14="http://schemas.microsoft.com/office/powerpoint/2010/main" val="2787758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a:t>So to collaborate in an interdisciplinary way, we need something to collaborate on and learn about</a:t>
            </a:r>
          </a:p>
          <a:p>
            <a:pPr marL="0" indent="0">
              <a:buFont typeface="Arial" panose="020B0604020202020204" pitchFamily="34" charset="0"/>
              <a:buNone/>
            </a:pPr>
            <a:endParaRPr lang="en-GB"/>
          </a:p>
          <a:p>
            <a:pPr marL="171450" indent="-171450">
              <a:buFont typeface="Arial" panose="020B0604020202020204" pitchFamily="34" charset="0"/>
              <a:buChar char="•"/>
            </a:pPr>
            <a:r>
              <a:rPr lang="en-GB"/>
              <a:t>As I’m sure you know, Wellcome has digitised the text of a large amount of its library</a:t>
            </a:r>
          </a:p>
          <a:p>
            <a:pPr marL="171450" indent="-171450">
              <a:buFont typeface="Arial" panose="020B0604020202020204" pitchFamily="34" charset="0"/>
              <a:buChar char="•"/>
            </a:pPr>
            <a:r>
              <a:rPr lang="en-GB"/>
              <a:t>There are all kinds of technologies for “mining” and otherwise analyzing text</a:t>
            </a:r>
          </a:p>
          <a:p>
            <a:pPr marL="171450" indent="-171450">
              <a:buFont typeface="Arial" panose="020B0604020202020204" pitchFamily="34" charset="0"/>
              <a:buChar char="•"/>
            </a:pPr>
            <a:r>
              <a:rPr lang="en-GB"/>
              <a:t>Sometimes these are used to directly analyse the past e.g. how did the use of term x evolve over time</a:t>
            </a:r>
          </a:p>
          <a:p>
            <a:pPr marL="171450" indent="-171450">
              <a:buFont typeface="Arial" panose="020B0604020202020204" pitchFamily="34" charset="0"/>
              <a:buChar char="•"/>
            </a:pPr>
            <a:r>
              <a:rPr lang="en-GB"/>
              <a:t>I’m a little wary of that approach, though I’m sure it has its place</a:t>
            </a:r>
          </a:p>
          <a:p>
            <a:pPr marL="171450" indent="-171450">
              <a:buFont typeface="Arial" panose="020B0604020202020204" pitchFamily="34" charset="0"/>
              <a:buChar char="•"/>
            </a:pPr>
            <a:r>
              <a:rPr lang="en-GB"/>
              <a:t>What I’m more interested in, and what is perhaps more relevant for a library, is using that technology for search</a:t>
            </a:r>
          </a:p>
          <a:p>
            <a:pPr marL="628650" lvl="1" indent="-171450">
              <a:buFont typeface="Arial" panose="020B0604020202020204" pitchFamily="34" charset="0"/>
              <a:buChar char="•"/>
            </a:pPr>
            <a:r>
              <a:rPr lang="en-GB"/>
              <a:t>In part because that means that you don’t have to trust the results</a:t>
            </a:r>
          </a:p>
          <a:p>
            <a:pPr marL="628650" lvl="1" indent="-171450">
              <a:buFont typeface="Arial" panose="020B0604020202020204" pitchFamily="34" charset="0"/>
              <a:buChar char="•"/>
            </a:pPr>
            <a:r>
              <a:rPr lang="en-GB"/>
              <a:t>The technology is suggesting to you that these sources may be relevant</a:t>
            </a:r>
          </a:p>
          <a:p>
            <a:pPr marL="628650" lvl="1" indent="-171450">
              <a:buFont typeface="Arial" panose="020B0604020202020204" pitchFamily="34" charset="0"/>
              <a:buChar char="•"/>
            </a:pPr>
            <a:r>
              <a:rPr lang="en-GB"/>
              <a:t>But it is up to you to make that determination by actually looking at them</a:t>
            </a:r>
          </a:p>
          <a:p>
            <a:pPr marL="171450" indent="-171450">
              <a:buFont typeface="Arial" panose="020B0604020202020204" pitchFamily="34" charset="0"/>
              <a:buChar char="•"/>
            </a:pPr>
            <a:r>
              <a:rPr lang="en-GB"/>
              <a:t>So, using computational techniques to make a guess that this book, or this part of this book, is relevant to some particular theme</a:t>
            </a:r>
          </a:p>
          <a:p>
            <a:pPr marL="628650" lvl="1" indent="-171450">
              <a:buFont typeface="Arial" panose="020B0604020202020204" pitchFamily="34" charset="0"/>
              <a:buChar char="•"/>
            </a:pPr>
            <a:r>
              <a:rPr lang="en-GB"/>
              <a:t>Based on the text of the book itself, rather than its classification in the catalogue</a:t>
            </a:r>
          </a:p>
          <a:p>
            <a:pPr marL="171450" lvl="0" indent="-171450">
              <a:buFont typeface="Arial" panose="020B0604020202020204" pitchFamily="34" charset="0"/>
              <a:buChar char="•"/>
            </a:pPr>
            <a:r>
              <a:rPr lang="en-GB"/>
              <a:t>It’s somewhat based on the concept of Critical Search, developed by the self-identifying “cyborg historian” Jo Guldi</a:t>
            </a:r>
          </a:p>
          <a:p>
            <a:pPr marL="171450" indent="-171450">
              <a:buFont typeface="Arial" panose="020B0604020202020204" pitchFamily="34" charset="0"/>
              <a:buChar char="•"/>
            </a:pPr>
            <a:r>
              <a:rPr lang="en-GB"/>
              <a:t>The intent is to present a list of books, or parts of books, that may be relevant to a particular theme</a:t>
            </a:r>
          </a:p>
          <a:p>
            <a:pPr marL="628650" lvl="1" indent="-171450">
              <a:buFont typeface="Arial" panose="020B0604020202020204" pitchFamily="34" charset="0"/>
              <a:buChar char="•"/>
            </a:pPr>
            <a:r>
              <a:rPr lang="en-GB"/>
              <a:t>And just a note on the word “theme”, which I’m using for convenience</a:t>
            </a:r>
          </a:p>
          <a:p>
            <a:pPr marL="628650" lvl="1" indent="-171450">
              <a:buFont typeface="Arial" panose="020B0604020202020204" pitchFamily="34" charset="0"/>
              <a:buChar char="•"/>
            </a:pPr>
            <a:r>
              <a:rPr lang="en-GB"/>
              <a:t>The project will need some specific “thing” to look for</a:t>
            </a:r>
          </a:p>
          <a:p>
            <a:pPr marL="628650" lvl="1" indent="-171450">
              <a:buFont typeface="Arial" panose="020B0604020202020204" pitchFamily="34" charset="0"/>
              <a:buChar char="•"/>
            </a:pPr>
            <a:r>
              <a:rPr lang="en-GB"/>
              <a:t>My original intent was a specific research question – that would be nice and focused, but there is a bit of a risk that it will be too narrow to be of interest for everyone. We can certainly think a bit broader, if that is helpful.</a:t>
            </a:r>
          </a:p>
          <a:p>
            <a:pPr marL="628650" lvl="1" indent="-171450">
              <a:buFont typeface="Arial" panose="020B0604020202020204" pitchFamily="34" charset="0"/>
              <a:buChar char="•"/>
            </a:pPr>
            <a:r>
              <a:rPr lang="en-GB"/>
              <a:t>We don’t have to identify the “thing” yet, but it is something to begin thinking about</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a:t>So we should all come away with a better understanding of some text mining techniques and if/how they can be profitably used for search of your collection of text.</a:t>
            </a:r>
          </a:p>
        </p:txBody>
      </p:sp>
      <p:sp>
        <p:nvSpPr>
          <p:cNvPr id="4" name="Slide Number Placeholder 3"/>
          <p:cNvSpPr>
            <a:spLocks noGrp="1"/>
          </p:cNvSpPr>
          <p:nvPr>
            <p:ph type="sldNum" sz="quarter" idx="5"/>
          </p:nvPr>
        </p:nvSpPr>
        <p:spPr/>
        <p:txBody>
          <a:bodyPr/>
          <a:lstStyle/>
          <a:p>
            <a:fld id="{E8526699-E148-466C-AFDB-5343868BE4F8}" type="slidenum">
              <a:rPr lang="en-GB" smtClean="0"/>
              <a:t>5</a:t>
            </a:fld>
            <a:endParaRPr lang="en-GB"/>
          </a:p>
        </p:txBody>
      </p:sp>
    </p:spTree>
    <p:extLst>
      <p:ext uri="{BB962C8B-B14F-4D97-AF65-F5344CB8AC3E}">
        <p14:creationId xmlns:p14="http://schemas.microsoft.com/office/powerpoint/2010/main" val="814741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10% of time for a year is really not much time</a:t>
            </a:r>
          </a:p>
          <a:p>
            <a:pPr marL="171450" indent="-171450">
              <a:buFont typeface="Arial" panose="020B0604020202020204" pitchFamily="34" charset="0"/>
              <a:buChar char="•"/>
            </a:pPr>
            <a:r>
              <a:rPr lang="en-GB"/>
              <a:t>Especially if it involves writing new code from scratch</a:t>
            </a:r>
          </a:p>
          <a:p>
            <a:pPr marL="628650" lvl="1" indent="-171450">
              <a:buFont typeface="Arial" panose="020B0604020202020204" pitchFamily="34" charset="0"/>
              <a:buChar char="•"/>
            </a:pPr>
            <a:r>
              <a:rPr lang="en-GB"/>
              <a:t>And especially the kind of polished code that can make a releasable user interface</a:t>
            </a:r>
          </a:p>
          <a:p>
            <a:pPr marL="171450" lvl="0" indent="-171450">
              <a:buFont typeface="Arial" panose="020B0604020202020204" pitchFamily="34" charset="0"/>
              <a:buChar char="•"/>
            </a:pPr>
            <a:r>
              <a:rPr lang="en-GB"/>
              <a:t>So the intent is to use well-established tools and techniques</a:t>
            </a:r>
          </a:p>
          <a:p>
            <a:pPr marL="628650" lvl="1" indent="-171450">
              <a:buFont typeface="Arial" panose="020B0604020202020204" pitchFamily="34" charset="0"/>
              <a:buChar char="•"/>
            </a:pPr>
            <a:r>
              <a:rPr lang="en-GB"/>
              <a:t>Easier to apply, easier to understand, better supported by tools and software libraries</a:t>
            </a:r>
          </a:p>
          <a:p>
            <a:pPr marL="628650" lvl="1" indent="-171450">
              <a:buFont typeface="Arial" panose="020B0604020202020204" pitchFamily="34" charset="0"/>
              <a:buChar char="•"/>
            </a:pPr>
            <a:r>
              <a:rPr lang="en-GB"/>
              <a:t>Recently heard someone say that they’d like Digital Humanities to slow down, better understand applications for the techniques that exist rather than always chase the promise of the new shiny thing.</a:t>
            </a:r>
          </a:p>
          <a:p>
            <a:pPr marL="1085850" lvl="2" indent="-171450">
              <a:buFont typeface="Arial" panose="020B0604020202020204" pitchFamily="34" charset="0"/>
              <a:buChar char="•"/>
            </a:pPr>
            <a:r>
              <a:rPr lang="en-GB"/>
              <a:t>It sounded like a good idea to me</a:t>
            </a:r>
          </a:p>
          <a:p>
            <a:pPr marL="171450" lvl="0" indent="-171450">
              <a:buFont typeface="Arial" panose="020B0604020202020204" pitchFamily="34" charset="0"/>
              <a:buChar char="•"/>
            </a:pPr>
            <a:r>
              <a:rPr lang="en-GB"/>
              <a:t>That said, there is obviously a lot of excitement (and concern) around large language models, e.g. ChatGPT</a:t>
            </a:r>
          </a:p>
          <a:p>
            <a:pPr marL="628650" lvl="1" indent="-171450">
              <a:buFont typeface="Arial" panose="020B0604020202020204" pitchFamily="34" charset="0"/>
              <a:buChar char="•"/>
            </a:pPr>
            <a:r>
              <a:rPr lang="en-GB"/>
              <a:t>Particularly relevant here is Retrieval Augmented Generation, which involves training an LLM on a particular corpus, then asking it questions about that corpus</a:t>
            </a:r>
          </a:p>
          <a:p>
            <a:pPr marL="628650" lvl="1" indent="-171450">
              <a:buFont typeface="Arial" panose="020B0604020202020204" pitchFamily="34" charset="0"/>
              <a:buChar char="•"/>
            </a:pPr>
            <a:r>
              <a:rPr lang="en-GB"/>
              <a:t>I currently don’t plan to use it, but I guess we’ll see</a:t>
            </a:r>
          </a:p>
          <a:p>
            <a:pPr marL="171450" lvl="0" indent="-171450">
              <a:buFont typeface="Arial" panose="020B0604020202020204" pitchFamily="34" charset="0"/>
              <a:buChar char="•"/>
            </a:pPr>
            <a:r>
              <a:rPr lang="en-GB"/>
              <a:t>So the research interest here (apart from the larger experiment in collaborative exploration) comes in the application of established text mining methods to searching this library for texts about a particular theme</a:t>
            </a:r>
          </a:p>
          <a:p>
            <a:endParaRPr lang="en-GB"/>
          </a:p>
          <a:p>
            <a:r>
              <a:rPr lang="en-GB"/>
              <a:t>Also intend to go reasonably slowly, in small steps – I think that’s more realistic, better for learning</a:t>
            </a:r>
          </a:p>
          <a:p>
            <a:r>
              <a:rPr lang="en-GB"/>
              <a:t>I’ll probably get the step size wrong at times, do tell me if I’m going too slow or too fast</a:t>
            </a:r>
          </a:p>
        </p:txBody>
      </p:sp>
      <p:sp>
        <p:nvSpPr>
          <p:cNvPr id="4" name="Slide Number Placeholder 3"/>
          <p:cNvSpPr>
            <a:spLocks noGrp="1"/>
          </p:cNvSpPr>
          <p:nvPr>
            <p:ph type="sldNum" sz="quarter" idx="5"/>
          </p:nvPr>
        </p:nvSpPr>
        <p:spPr/>
        <p:txBody>
          <a:bodyPr/>
          <a:lstStyle/>
          <a:p>
            <a:fld id="{E8526699-E148-466C-AFDB-5343868BE4F8}" type="slidenum">
              <a:rPr lang="en-GB" smtClean="0"/>
              <a:t>6</a:t>
            </a:fld>
            <a:endParaRPr lang="en-GB"/>
          </a:p>
        </p:txBody>
      </p:sp>
    </p:spTree>
    <p:extLst>
      <p:ext uri="{BB962C8B-B14F-4D97-AF65-F5344CB8AC3E}">
        <p14:creationId xmlns:p14="http://schemas.microsoft.com/office/powerpoint/2010/main" val="1709570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might be a case of going too slowly, but just to emphasise these points</a:t>
            </a:r>
          </a:p>
          <a:p>
            <a:endParaRPr lang="en-GB"/>
          </a:p>
          <a:p>
            <a:r>
              <a:rPr lang="en-GB"/>
              <a:t>The idea is to focus on building prototypes and use those to give us a concrete focus for discussion</a:t>
            </a:r>
          </a:p>
          <a:p>
            <a:r>
              <a:rPr lang="en-GB"/>
              <a:t>This is partly about the kind of “how to” learning that can only be gained through doing, trying things out, experimenting</a:t>
            </a:r>
          </a:p>
          <a:p>
            <a:r>
              <a:rPr lang="en-GB"/>
              <a:t>But mostly that I think it is useful to have a concrete “thing” to centre discussion around</a:t>
            </a:r>
          </a:p>
          <a:p>
            <a:pPr marL="171450" indent="-171450">
              <a:buFont typeface="Arial" panose="020B0604020202020204" pitchFamily="34" charset="0"/>
              <a:buChar char="•"/>
            </a:pPr>
            <a:r>
              <a:rPr lang="en-GB"/>
              <a:t>I think perhaps especially with interdisciplinary groups, it can be helpful to have a thing that we can all point at and poke to make clear what we are talking about</a:t>
            </a:r>
          </a:p>
          <a:p>
            <a:pPr marL="171450" indent="-171450">
              <a:buFont typeface="Arial" panose="020B0604020202020204" pitchFamily="34" charset="0"/>
              <a:buChar char="•"/>
            </a:pPr>
            <a:endParaRPr lang="en-GB"/>
          </a:p>
          <a:p>
            <a:pPr marL="0" indent="0">
              <a:buFont typeface="Arial" panose="020B0604020202020204" pitchFamily="34" charset="0"/>
              <a:buNone/>
            </a:pPr>
            <a:r>
              <a:rPr lang="en-GB"/>
              <a:t>This has some roots in software development practice</a:t>
            </a:r>
          </a:p>
          <a:p>
            <a:pPr marL="0" indent="0">
              <a:buFont typeface="Arial" panose="020B0604020202020204" pitchFamily="34" charset="0"/>
              <a:buNone/>
            </a:pPr>
            <a:r>
              <a:rPr lang="en-GB"/>
              <a:t>In the early part of my career, we developed software according to a cycle of requirements gathering, design, implementation, testing, delivery</a:t>
            </a:r>
          </a:p>
          <a:p>
            <a:pPr marL="171450" indent="-171450">
              <a:buFont typeface="Arial" panose="020B0604020202020204" pitchFamily="34" charset="0"/>
              <a:buChar char="•"/>
            </a:pPr>
            <a:r>
              <a:rPr lang="en-GB"/>
              <a:t>Customers or users were involved at the beginning, to define requirements, and at the end, when something was delivered</a:t>
            </a:r>
          </a:p>
          <a:p>
            <a:pPr marL="171450" indent="-171450">
              <a:buFont typeface="Arial" panose="020B0604020202020204" pitchFamily="34" charset="0"/>
              <a:buChar char="•"/>
            </a:pPr>
            <a:r>
              <a:rPr lang="en-GB"/>
              <a:t>Users can sometimes be disappointed with what they get</a:t>
            </a:r>
          </a:p>
          <a:p>
            <a:pPr marL="0" indent="0">
              <a:buFont typeface="Arial" panose="020B0604020202020204" pitchFamily="34" charset="0"/>
              <a:buNone/>
            </a:pPr>
            <a:r>
              <a:rPr lang="en-GB"/>
              <a:t>Agile software methodologies brought in the idea of the sprint, which works in much shorter cycles</a:t>
            </a:r>
          </a:p>
          <a:p>
            <a:pPr marL="171450" indent="-171450">
              <a:buFont typeface="Arial" panose="020B0604020202020204" pitchFamily="34" charset="0"/>
              <a:buChar char="•"/>
            </a:pPr>
            <a:r>
              <a:rPr lang="en-GB"/>
              <a:t>Often 2 – 4 weeks</a:t>
            </a:r>
          </a:p>
          <a:p>
            <a:pPr marL="171450" indent="-171450">
              <a:buFont typeface="Arial" panose="020B0604020202020204" pitchFamily="34" charset="0"/>
              <a:buChar char="•"/>
            </a:pPr>
            <a:r>
              <a:rPr lang="en-GB"/>
              <a:t>Implement something, starting from requirements</a:t>
            </a:r>
          </a:p>
          <a:p>
            <a:pPr marL="171450" indent="-171450">
              <a:buFont typeface="Arial" panose="020B0604020202020204" pitchFamily="34" charset="0"/>
              <a:buChar char="•"/>
            </a:pPr>
            <a:r>
              <a:rPr lang="en-GB"/>
              <a:t>Demonstrate it to customers at the end of the sprint</a:t>
            </a:r>
          </a:p>
          <a:p>
            <a:pPr marL="171450" indent="-171450">
              <a:buFont typeface="Arial" panose="020B0604020202020204" pitchFamily="34" charset="0"/>
              <a:buChar char="•"/>
            </a:pPr>
            <a:r>
              <a:rPr lang="en-GB"/>
              <a:t>Iterate</a:t>
            </a:r>
          </a:p>
          <a:p>
            <a:pPr marL="0" indent="0">
              <a:buFont typeface="Arial" panose="020B0604020202020204" pitchFamily="34" charset="0"/>
              <a:buNone/>
            </a:pPr>
            <a:r>
              <a:rPr lang="en-GB"/>
              <a:t>I’m sure there must still be people developing according to the old model, but agile seems to have taken over a great deal of software development, so it must be doing something right.</a:t>
            </a:r>
          </a:p>
          <a:p>
            <a:pPr marL="0" indent="0">
              <a:buFont typeface="Arial" panose="020B0604020202020204" pitchFamily="34" charset="0"/>
              <a:buNone/>
            </a:pPr>
            <a:endParaRPr lang="en-GB"/>
          </a:p>
          <a:p>
            <a:pPr marL="0" indent="0">
              <a:buFont typeface="Arial" panose="020B0604020202020204" pitchFamily="34" charset="0"/>
              <a:buNone/>
            </a:pPr>
            <a:r>
              <a:rPr lang="en-GB"/>
              <a:t>So that’s prototyping. Hacking is a term with very many senses.</a:t>
            </a:r>
          </a:p>
          <a:p>
            <a:pPr marL="0" indent="0">
              <a:buFont typeface="Arial" panose="020B0604020202020204" pitchFamily="34" charset="0"/>
              <a:buNone/>
            </a:pPr>
            <a:r>
              <a:rPr lang="en-GB"/>
              <a:t>Outside of software-land it is often used in its sense of illegally breaking into a computer</a:t>
            </a:r>
          </a:p>
          <a:p>
            <a:pPr marL="171450" indent="-171450">
              <a:buFont typeface="Arial" panose="020B0604020202020204" pitchFamily="34" charset="0"/>
              <a:buChar char="•"/>
            </a:pPr>
            <a:r>
              <a:rPr lang="en-GB"/>
              <a:t>Although “life hacks” picked up some currency for a while</a:t>
            </a:r>
          </a:p>
          <a:p>
            <a:pPr marL="0" indent="0">
              <a:buFont typeface="Arial" panose="020B0604020202020204" pitchFamily="34" charset="0"/>
              <a:buNone/>
            </a:pPr>
            <a:r>
              <a:rPr lang="en-GB"/>
              <a:t>But within software-land it has a range of meanings that revolve around exploring a problem by sitting down and kind of  banging out code to solve it</a:t>
            </a:r>
          </a:p>
          <a:p>
            <a:pPr marL="0" indent="0">
              <a:buFont typeface="Arial" panose="020B0604020202020204" pitchFamily="34" charset="0"/>
              <a:buNone/>
            </a:pPr>
            <a:r>
              <a:rPr lang="en-GB"/>
              <a:t>It’s a good way to investigate a problem and play around with solutions, but also tends to result in a messy sort of program.</a:t>
            </a:r>
          </a:p>
          <a:p>
            <a:pPr marL="0" indent="0">
              <a:buFont typeface="Arial" panose="020B0604020202020204" pitchFamily="34" charset="0"/>
              <a:buNone/>
            </a:pPr>
            <a:r>
              <a:rPr lang="en-GB"/>
              <a:t>Which is what I intend to do here – quick code solutions to explore an idea, not well-written code that can be the basis of a tool... that’s a different kind of project.</a:t>
            </a:r>
          </a:p>
          <a:p>
            <a:pPr marL="0" indent="0">
              <a:buFont typeface="Arial" panose="020B0604020202020204" pitchFamily="34" charset="0"/>
              <a:buNone/>
            </a:pPr>
            <a:r>
              <a:rPr lang="en-GB"/>
              <a:t>Related to this is the idea of getting as far as possible with the text “as it is” – I might do one or two things to try to clean it up (e.g. looking for mistranscriptions), but part of the interest of this thing is seeing what we can do with even so-called “dirty” OCR. Ultimately it is just suggesting sources that may be of interest, so it does not have to be perfect.</a:t>
            </a:r>
          </a:p>
          <a:p>
            <a:pPr marL="0" indent="0">
              <a:buFont typeface="Arial" panose="020B0604020202020204" pitchFamily="34" charset="0"/>
              <a:buNone/>
            </a:pPr>
            <a:r>
              <a:rPr lang="en-GB"/>
              <a:t>I also intend to re-use as much as possible – re-use is considered a great virtue in software and the intent of the project is to pick up existing software and tools and apply that much more than to try to create new software</a:t>
            </a:r>
          </a:p>
          <a:p>
            <a:pPr marL="0" indent="0">
              <a:buFont typeface="Arial" panose="020B0604020202020204" pitchFamily="34" charset="0"/>
              <a:buNone/>
            </a:pPr>
            <a:endParaRPr lang="en-GB"/>
          </a:p>
          <a:p>
            <a:pPr marL="0" indent="0">
              <a:buFont typeface="Arial" panose="020B0604020202020204" pitchFamily="34" charset="0"/>
              <a:buNone/>
            </a:pPr>
            <a:r>
              <a:rPr lang="en-GB"/>
              <a:t>KISS is an old STEM acronym – “Keep It Simple, Stupid”. It’ll be important to avoid complications and keep things as simple as possible in order to make progress. For example, I can imagine experiments with dealing with text in different languages, but that’s likely to be an unprofitable diversion, so we’ll stick to English texts.</a:t>
            </a:r>
          </a:p>
          <a:p>
            <a:endParaRPr lang="en-GB"/>
          </a:p>
          <a:p>
            <a:r>
              <a:rPr lang="en-GB"/>
              <a:t>And finally collaboration – while I’m doing the experimentation and development, I don’t want to be doing it on my own, I want to be bringing in ideas from everyone who chooses to be involved.</a:t>
            </a:r>
          </a:p>
          <a:p>
            <a:r>
              <a:rPr lang="en-GB"/>
              <a:t>It is essential that the project involve you and be useful for you</a:t>
            </a:r>
          </a:p>
          <a:p>
            <a:pPr marL="171450" indent="-171450">
              <a:buFont typeface="Arial" panose="020B0604020202020204" pitchFamily="34" charset="0"/>
              <a:buChar char="•"/>
            </a:pPr>
            <a:r>
              <a:rPr lang="en-GB"/>
              <a:t>(While not making large demands on your time)</a:t>
            </a:r>
          </a:p>
          <a:p>
            <a:pPr marL="171450" indent="-171450">
              <a:buFont typeface="Arial" panose="020B0604020202020204" pitchFamily="34" charset="0"/>
              <a:buChar char="•"/>
            </a:pPr>
            <a:r>
              <a:rPr lang="en-GB"/>
              <a:t>The project needs your input to get anywhere</a:t>
            </a:r>
          </a:p>
          <a:p>
            <a:pPr marL="171450" indent="-171450">
              <a:buFont typeface="Arial" panose="020B0604020202020204" pitchFamily="34" charset="0"/>
              <a:buChar char="•"/>
            </a:pPr>
            <a:r>
              <a:rPr lang="en-GB"/>
              <a:t>And it makes no sense to ask for your input if you aren’t getting anything out of it</a:t>
            </a:r>
          </a:p>
        </p:txBody>
      </p:sp>
      <p:sp>
        <p:nvSpPr>
          <p:cNvPr id="4" name="Slide Number Placeholder 3"/>
          <p:cNvSpPr>
            <a:spLocks noGrp="1"/>
          </p:cNvSpPr>
          <p:nvPr>
            <p:ph type="sldNum" sz="quarter" idx="5"/>
          </p:nvPr>
        </p:nvSpPr>
        <p:spPr/>
        <p:txBody>
          <a:bodyPr/>
          <a:lstStyle/>
          <a:p>
            <a:fld id="{E8526699-E148-466C-AFDB-5343868BE4F8}" type="slidenum">
              <a:rPr lang="en-GB" smtClean="0"/>
              <a:t>7</a:t>
            </a:fld>
            <a:endParaRPr lang="en-GB"/>
          </a:p>
        </p:txBody>
      </p:sp>
    </p:spTree>
    <p:extLst>
      <p:ext uri="{BB962C8B-B14F-4D97-AF65-F5344CB8AC3E}">
        <p14:creationId xmlns:p14="http://schemas.microsoft.com/office/powerpoint/2010/main" val="2090424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Nothing is set in stone – this whole project is exploratory and I’m expecting it to evolve along the way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This slide shows the points of contact between us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And also some suggestions for a topic for each occasion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My intent is that these will be participatory: I’ll present some stuff, but there’ll also be some group activity, a topic for discussion or a tool to try out</a:t>
            </a:r>
          </a:p>
          <a:p>
            <a:pPr marL="171450" indent="-171450">
              <a:buFont typeface="Arial" panose="020B0604020202020204" pitchFamily="34" charset="0"/>
              <a:buChar char="•"/>
            </a:pPr>
            <a:r>
              <a:rPr lang="en-GB"/>
              <a:t>May first is today, of course</a:t>
            </a:r>
          </a:p>
          <a:p>
            <a:pPr marL="171450" indent="-171450">
              <a:buFont typeface="Arial" panose="020B0604020202020204" pitchFamily="34" charset="0"/>
              <a:buChar char="•"/>
            </a:pPr>
            <a:r>
              <a:rPr lang="en-GB"/>
              <a:t>During May I will do some initial work, ideally informed by today</a:t>
            </a:r>
          </a:p>
          <a:p>
            <a:pPr marL="171450" indent="-171450">
              <a:buFont typeface="Arial" panose="020B0604020202020204" pitchFamily="34" charset="0"/>
              <a:buChar char="•"/>
            </a:pPr>
            <a:r>
              <a:rPr lang="en-GB"/>
              <a:t>Will bring the results of that back to you in early June to discuss and set some direction</a:t>
            </a:r>
          </a:p>
          <a:p>
            <a:pPr marL="628650" lvl="1" indent="-171450">
              <a:buFont typeface="Arial" panose="020B0604020202020204" pitchFamily="34" charset="0"/>
              <a:buChar char="•"/>
            </a:pPr>
            <a:r>
              <a:rPr lang="en-GB"/>
              <a:t>Should be able to give some sense of the possibilities of these kinds of techniques</a:t>
            </a:r>
          </a:p>
          <a:p>
            <a:pPr marL="628650" lvl="1" indent="-171450">
              <a:buFont typeface="Arial" panose="020B0604020202020204" pitchFamily="34" charset="0"/>
              <a:buChar char="•"/>
            </a:pPr>
            <a:r>
              <a:rPr lang="en-GB"/>
              <a:t>Should help a bit with narrowing down a theme and a technical direction</a:t>
            </a:r>
          </a:p>
          <a:p>
            <a:pPr marL="171450" indent="-171450">
              <a:buFont typeface="Arial" panose="020B0604020202020204" pitchFamily="34" charset="0"/>
              <a:buChar char="•"/>
            </a:pPr>
            <a:r>
              <a:rPr lang="en-GB"/>
              <a:t>Based on that direction, will do some more focused work for July</a:t>
            </a:r>
          </a:p>
          <a:p>
            <a:pPr marL="628650" lvl="1" indent="-171450">
              <a:buFont typeface="Arial" panose="020B0604020202020204" pitchFamily="34" charset="0"/>
              <a:buChar char="•"/>
            </a:pPr>
            <a:r>
              <a:rPr lang="en-GB"/>
              <a:t>I think this is likely to be about classifying texts according to the theme</a:t>
            </a:r>
          </a:p>
          <a:p>
            <a:pPr marL="628650" lvl="1" indent="-171450">
              <a:buFont typeface="Arial" panose="020B0604020202020204" pitchFamily="34" charset="0"/>
              <a:buChar char="•"/>
            </a:pPr>
            <a:r>
              <a:rPr lang="en-GB"/>
              <a:t>And I think a good focus for that session could be to look at different kinds of human and machine ways of classifying text</a:t>
            </a:r>
          </a:p>
          <a:p>
            <a:pPr marL="628650" lvl="1" indent="-171450">
              <a:buFont typeface="Arial" panose="020B0604020202020204" pitchFamily="34" charset="0"/>
              <a:buChar char="•"/>
            </a:pPr>
            <a:r>
              <a:rPr lang="en-GB"/>
              <a:t>Should also make a final decision about theme here</a:t>
            </a:r>
          </a:p>
          <a:p>
            <a:pPr marL="171450" lvl="0" indent="-171450">
              <a:buFont typeface="Arial" panose="020B0604020202020204" pitchFamily="34" charset="0"/>
              <a:buChar char="•"/>
            </a:pPr>
            <a:r>
              <a:rPr lang="en-GB"/>
              <a:t>Then a break for summer, as that’s usually a difficult time to bring people together</a:t>
            </a:r>
          </a:p>
          <a:p>
            <a:pPr marL="171450" lvl="0" indent="-171450">
              <a:buFont typeface="Arial" panose="020B0604020202020204" pitchFamily="34" charset="0"/>
              <a:buChar char="•"/>
            </a:pPr>
            <a:r>
              <a:rPr lang="en-GB"/>
              <a:t>September is a bit up in the air: I expect to focus on something of interest from the July session</a:t>
            </a:r>
          </a:p>
          <a:p>
            <a:pPr marL="628650" lvl="1" indent="-171450">
              <a:buFont typeface="Arial" panose="020B0604020202020204" pitchFamily="34" charset="0"/>
              <a:buChar char="•"/>
            </a:pPr>
            <a:r>
              <a:rPr lang="en-GB"/>
              <a:t>Can make a guess that this will be about one of the things in brackets there:</a:t>
            </a:r>
          </a:p>
          <a:p>
            <a:pPr marL="1085850" lvl="2" indent="-171450">
              <a:buFont typeface="Arial" panose="020B0604020202020204" pitchFamily="34" charset="0"/>
              <a:buChar char="•"/>
            </a:pPr>
            <a:r>
              <a:rPr lang="en-GB"/>
              <a:t>Finer grains, in the sense of classifying parts of texts, or breaking classifications down into sub-classifications</a:t>
            </a:r>
          </a:p>
          <a:p>
            <a:pPr marL="1085850" lvl="2" indent="-171450">
              <a:buFont typeface="Arial" panose="020B0604020202020204" pitchFamily="34" charset="0"/>
              <a:buChar char="•"/>
            </a:pPr>
            <a:r>
              <a:rPr lang="en-GB"/>
              <a:t>Or visualisation: presenting graphical views of the text in some way that is useful for understanding how the texts relate to one another</a:t>
            </a:r>
          </a:p>
          <a:p>
            <a:pPr marL="1085850" lvl="2" indent="-171450">
              <a:buFont typeface="Arial" panose="020B0604020202020204" pitchFamily="34" charset="0"/>
              <a:buChar char="•"/>
            </a:pPr>
            <a:r>
              <a:rPr lang="en-GB"/>
              <a:t>Or interfaces: building a tool to allow folks to explore the texts themselves</a:t>
            </a:r>
          </a:p>
          <a:p>
            <a:pPr marL="628650" lvl="1" indent="-171450">
              <a:buFont typeface="Arial" panose="020B0604020202020204" pitchFamily="34" charset="0"/>
              <a:buChar char="•"/>
            </a:pPr>
            <a:r>
              <a:rPr lang="en-GB"/>
              <a:t>The outcome from this session should be some focus for October, which is the big one</a:t>
            </a:r>
          </a:p>
          <a:p>
            <a:pPr marL="171450" lvl="0" indent="-171450">
              <a:buFont typeface="Arial" panose="020B0604020202020204" pitchFamily="34" charset="0"/>
              <a:buChar char="•"/>
            </a:pPr>
            <a:r>
              <a:rPr lang="en-GB"/>
              <a:t>October</a:t>
            </a:r>
          </a:p>
          <a:p>
            <a:pPr marL="628650" lvl="1" indent="-171450">
              <a:buFont typeface="Arial" panose="020B0604020202020204" pitchFamily="34" charset="0"/>
              <a:buChar char="•"/>
            </a:pPr>
            <a:r>
              <a:rPr lang="en-GB"/>
              <a:t>Spending a week on site here, to develop more collaboratively with interested individuals</a:t>
            </a:r>
          </a:p>
          <a:p>
            <a:pPr marL="628650" lvl="1" indent="-171450">
              <a:buFont typeface="Arial" panose="020B0604020202020204" pitchFamily="34" charset="0"/>
              <a:buChar char="•"/>
            </a:pPr>
            <a:r>
              <a:rPr lang="en-GB"/>
              <a:t>It’s a bit difficult to predict at this stage exactly what that will be: but quite possibly at least one of the things from the September list</a:t>
            </a:r>
          </a:p>
          <a:p>
            <a:pPr marL="171450" lvl="0" indent="-171450">
              <a:buFont typeface="Arial" panose="020B0604020202020204" pitchFamily="34" charset="0"/>
              <a:buChar char="•"/>
            </a:pPr>
            <a:r>
              <a:rPr lang="en-GB"/>
              <a:t>After that, I’ll do some writing up – expecting at least a report, a blog post and a tutorial as outputs. Then I’ll come back in March for a wrap-up session.</a:t>
            </a:r>
          </a:p>
        </p:txBody>
      </p:sp>
      <p:sp>
        <p:nvSpPr>
          <p:cNvPr id="4" name="Slide Number Placeholder 3"/>
          <p:cNvSpPr>
            <a:spLocks noGrp="1"/>
          </p:cNvSpPr>
          <p:nvPr>
            <p:ph type="sldNum" sz="quarter" idx="5"/>
          </p:nvPr>
        </p:nvSpPr>
        <p:spPr/>
        <p:txBody>
          <a:bodyPr/>
          <a:lstStyle/>
          <a:p>
            <a:fld id="{E8526699-E148-466C-AFDB-5343868BE4F8}" type="slidenum">
              <a:rPr lang="en-GB" smtClean="0"/>
              <a:t>8</a:t>
            </a:fld>
            <a:endParaRPr lang="en-GB"/>
          </a:p>
        </p:txBody>
      </p:sp>
    </p:spTree>
    <p:extLst>
      <p:ext uri="{BB962C8B-B14F-4D97-AF65-F5344CB8AC3E}">
        <p14:creationId xmlns:p14="http://schemas.microsoft.com/office/powerpoint/2010/main" val="4168990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Regardless of the specific question, I think there is a general shape that is likely to apply:</a:t>
            </a:r>
          </a:p>
          <a:p>
            <a:pPr marL="457200" indent="-457200">
              <a:buFont typeface="Arial" panose="020B0604020202020204" pitchFamily="34" charset="0"/>
              <a:buChar char="•"/>
            </a:pPr>
            <a:r>
              <a:rPr lang="en-GB" sz="1200"/>
              <a:t>Use catalogue data to identify a sub-corpus</a:t>
            </a:r>
          </a:p>
          <a:p>
            <a:pPr marL="457200" indent="-457200">
              <a:buFont typeface="Arial" panose="020B0604020202020204" pitchFamily="34" charset="0"/>
              <a:buChar char="•"/>
            </a:pPr>
            <a:r>
              <a:rPr lang="en-GB" sz="1200"/>
              <a:t>Use tools to generate some initial visualisations for demonstration	</a:t>
            </a:r>
          </a:p>
          <a:p>
            <a:pPr marL="457200" indent="-457200">
              <a:buFont typeface="Arial" panose="020B0604020202020204" pitchFamily="34" charset="0"/>
              <a:buChar char="•"/>
            </a:pPr>
            <a:r>
              <a:rPr lang="en-GB" sz="1200"/>
              <a:t>Use keywords to find relevant text within the sub-corpus</a:t>
            </a:r>
          </a:p>
          <a:p>
            <a:pPr marL="457200" indent="-457200">
              <a:buFont typeface="Arial" panose="020B0604020202020204" pitchFamily="34" charset="0"/>
              <a:buChar char="•"/>
            </a:pPr>
            <a:r>
              <a:rPr lang="en-GB" sz="1200"/>
              <a:t>Use e.g. topic modelling to search for other relevant texts</a:t>
            </a:r>
          </a:p>
          <a:p>
            <a:pPr marL="457200" indent="-457200">
              <a:buFont typeface="Arial" panose="020B0604020202020204" pitchFamily="34" charset="0"/>
              <a:buChar char="•"/>
            </a:pPr>
            <a:r>
              <a:rPr lang="en-GB" sz="1200"/>
              <a:t>Use e.g. word embeddings to find relevant passages within relevant texts</a:t>
            </a:r>
          </a:p>
          <a:p>
            <a:pPr marL="457200" indent="-457200">
              <a:buFont typeface="Arial" panose="020B0604020202020204" pitchFamily="34" charset="0"/>
              <a:buChar char="•"/>
            </a:pPr>
            <a:r>
              <a:rPr lang="en-GB" sz="1200"/>
              <a:t>Use the same technique to search more broadly across the corpus</a:t>
            </a:r>
            <a:endParaRPr lang="en-GB"/>
          </a:p>
          <a:p>
            <a:r>
              <a:rPr lang="en-GB"/>
              <a:t>But the specifics of how this general approach works out for a specific question with this specific collection should be interesting</a:t>
            </a:r>
          </a:p>
          <a:p>
            <a:r>
              <a:rPr lang="en-GB"/>
              <a:t>There are some different directions we can take e.g. searching for finer-grained topics, searching parts of texts rather than whole texts</a:t>
            </a:r>
          </a:p>
        </p:txBody>
      </p:sp>
      <p:sp>
        <p:nvSpPr>
          <p:cNvPr id="4" name="Slide Number Placeholder 3"/>
          <p:cNvSpPr>
            <a:spLocks noGrp="1"/>
          </p:cNvSpPr>
          <p:nvPr>
            <p:ph type="sldNum" sz="quarter" idx="5"/>
          </p:nvPr>
        </p:nvSpPr>
        <p:spPr/>
        <p:txBody>
          <a:bodyPr/>
          <a:lstStyle/>
          <a:p>
            <a:fld id="{68342FED-B5B1-456A-9F11-928624A4D616}" type="slidenum">
              <a:rPr lang="en-GB" smtClean="0"/>
              <a:t>9</a:t>
            </a:fld>
            <a:endParaRPr lang="en-GB"/>
          </a:p>
        </p:txBody>
      </p:sp>
    </p:spTree>
    <p:extLst>
      <p:ext uri="{BB962C8B-B14F-4D97-AF65-F5344CB8AC3E}">
        <p14:creationId xmlns:p14="http://schemas.microsoft.com/office/powerpoint/2010/main" val="379792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that’s the introductory part</a:t>
            </a:r>
          </a:p>
          <a:p>
            <a:r>
              <a:rPr lang="en-GB"/>
              <a:t>Now I’d like to talk more about text mining itself, mostly through demonstration, which should be a bit more fun than slides</a:t>
            </a:r>
          </a:p>
          <a:p>
            <a:r>
              <a:rPr lang="en-GB"/>
              <a:t>That said, it will be a bit of a big sweep through a range of techniques and I’m a little worried that it might be a bit of an overload</a:t>
            </a:r>
          </a:p>
          <a:p>
            <a:r>
              <a:rPr lang="en-GB"/>
              <a:t>For future sessions I want to go in small steps, and really explore one thing at a time in relation to some specific theme or question</a:t>
            </a:r>
          </a:p>
          <a:p>
            <a:r>
              <a:rPr lang="en-GB"/>
              <a:t>For today it might be a bit abstract but it should give some idea of some of the things that are possible</a:t>
            </a:r>
          </a:p>
          <a:p>
            <a:r>
              <a:rPr lang="en-GB"/>
              <a:t>Do feel free to ask questions as I go through this, I think actually that if its a bit more interactive it’ll work better for everyone</a:t>
            </a:r>
          </a:p>
          <a:p>
            <a:r>
              <a:rPr lang="en-GB"/>
              <a:t>I’m happy to push buttons and try things out as we go</a:t>
            </a:r>
          </a:p>
          <a:p>
            <a:endParaRPr lang="en-GB"/>
          </a:p>
          <a:p>
            <a:r>
              <a:rPr lang="en-GB"/>
              <a:t>I tend to use terms like “text mining” and “text analysis” or “text analytically” kind of interchangeably</a:t>
            </a:r>
          </a:p>
          <a:p>
            <a:r>
              <a:rPr lang="en-GB"/>
              <a:t>What I really mean is using digital analysis of the full text of documents</a:t>
            </a:r>
          </a:p>
          <a:p>
            <a:r>
              <a:rPr lang="en-GB"/>
              <a:t>In this case, for the purpose of finding documents that relate to some particular research question</a:t>
            </a:r>
          </a:p>
          <a:p>
            <a:r>
              <a:rPr lang="en-GB"/>
              <a:t>The most obvious means of doing this is to take documents that are known to be relevant</a:t>
            </a:r>
          </a:p>
          <a:p>
            <a:r>
              <a:rPr lang="en-GB"/>
              <a:t>And try to find documents that are in some sense similar</a:t>
            </a:r>
          </a:p>
          <a:p>
            <a:r>
              <a:rPr lang="en-GB"/>
              <a:t>So for example, if I am curious about what physicians have to say about charlatans, start with books or passages of text on this subject</a:t>
            </a:r>
          </a:p>
          <a:p>
            <a:r>
              <a:rPr lang="en-GB"/>
              <a:t>And look for other text which is “similar”</a:t>
            </a:r>
          </a:p>
          <a:p>
            <a:r>
              <a:rPr lang="en-GB"/>
              <a:t>There are an awful lot of techniques, and for any given technique there will be more than one algorithm, and we can run the algorithm with different parameters</a:t>
            </a:r>
          </a:p>
          <a:p>
            <a:r>
              <a:rPr lang="en-GB"/>
              <a:t>So the “limited project” goal here is just to get some sense of the possibilities of some of these techniques</a:t>
            </a:r>
          </a:p>
        </p:txBody>
      </p:sp>
      <p:sp>
        <p:nvSpPr>
          <p:cNvPr id="4" name="Slide Number Placeholder 3"/>
          <p:cNvSpPr>
            <a:spLocks noGrp="1"/>
          </p:cNvSpPr>
          <p:nvPr>
            <p:ph type="sldNum" sz="quarter" idx="5"/>
          </p:nvPr>
        </p:nvSpPr>
        <p:spPr/>
        <p:txBody>
          <a:bodyPr/>
          <a:lstStyle/>
          <a:p>
            <a:fld id="{E8526699-E148-466C-AFDB-5343868BE4F8}" type="slidenum">
              <a:rPr lang="en-GB" smtClean="0"/>
              <a:t>10</a:t>
            </a:fld>
            <a:endParaRPr lang="en-GB"/>
          </a:p>
        </p:txBody>
      </p:sp>
    </p:spTree>
    <p:extLst>
      <p:ext uri="{BB962C8B-B14F-4D97-AF65-F5344CB8AC3E}">
        <p14:creationId xmlns:p14="http://schemas.microsoft.com/office/powerpoint/2010/main" val="2787050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a:t>A few slides to begin with</a:t>
            </a:r>
          </a:p>
          <a:p>
            <a:pPr marL="0" indent="0">
              <a:buFont typeface="Arial" panose="020B0604020202020204" pitchFamily="34" charset="0"/>
              <a:buNone/>
            </a:pPr>
            <a:r>
              <a:rPr lang="en-GB"/>
              <a:t>The catalogue gives one view of the collection as a whole</a:t>
            </a:r>
          </a:p>
          <a:p>
            <a:pPr marL="0" indent="0">
              <a:buFont typeface="Arial" panose="020B0604020202020204" pitchFamily="34" charset="0"/>
              <a:buNone/>
            </a:pPr>
            <a:r>
              <a:rPr lang="en-GB"/>
              <a:t>But we are constrained to the hierarchy and categories as defined by the cataloguers</a:t>
            </a:r>
          </a:p>
          <a:p>
            <a:pPr marL="0" indent="0">
              <a:buFont typeface="Arial" panose="020B0604020202020204" pitchFamily="34" charset="0"/>
              <a:buNone/>
            </a:pPr>
            <a:r>
              <a:rPr lang="en-GB"/>
              <a:t>Which has pros and cons</a:t>
            </a:r>
          </a:p>
          <a:p>
            <a:pPr marL="0" indent="0">
              <a:buFont typeface="Arial" panose="020B0604020202020204" pitchFamily="34" charset="0"/>
              <a:buNone/>
            </a:pPr>
            <a:r>
              <a:rPr lang="en-GB"/>
              <a:t>The cataloguers are the experts on the connection and will have described it in a way that makes sense</a:t>
            </a:r>
          </a:p>
          <a:p>
            <a:pPr marL="0" indent="0">
              <a:buFont typeface="Arial" panose="020B0604020202020204" pitchFamily="34" charset="0"/>
              <a:buNone/>
            </a:pPr>
            <a:r>
              <a:rPr lang="en-GB"/>
              <a:t>It gets tricky when I’m looking for something that might not be exposed in that description</a:t>
            </a:r>
          </a:p>
          <a:p>
            <a:pPr marL="0" indent="0">
              <a:buFont typeface="Arial" panose="020B0604020202020204" pitchFamily="34" charset="0"/>
              <a:buNone/>
            </a:pPr>
            <a:r>
              <a:rPr lang="en-GB"/>
              <a:t>I can do keyword searches for particular things I’m interested in – but I’m then relying on my keywords appearing in catalogue descriptions. That’ll include the titles of texts, but I think that’s about all – the content of the text isn’t available to me through catalogue search.</a:t>
            </a:r>
          </a:p>
        </p:txBody>
      </p:sp>
      <p:sp>
        <p:nvSpPr>
          <p:cNvPr id="4" name="Slide Number Placeholder 3"/>
          <p:cNvSpPr>
            <a:spLocks noGrp="1"/>
          </p:cNvSpPr>
          <p:nvPr>
            <p:ph type="sldNum" sz="quarter" idx="5"/>
          </p:nvPr>
        </p:nvSpPr>
        <p:spPr/>
        <p:txBody>
          <a:bodyPr/>
          <a:lstStyle/>
          <a:p>
            <a:fld id="{E8526699-E148-466C-AFDB-5343868BE4F8}" type="slidenum">
              <a:rPr lang="en-GB" smtClean="0"/>
              <a:t>11</a:t>
            </a:fld>
            <a:endParaRPr lang="en-GB"/>
          </a:p>
        </p:txBody>
      </p:sp>
    </p:spTree>
    <p:extLst>
      <p:ext uri="{BB962C8B-B14F-4D97-AF65-F5344CB8AC3E}">
        <p14:creationId xmlns:p14="http://schemas.microsoft.com/office/powerpoint/2010/main" val="2671674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here are a few examples from my limited research experience.</a:t>
            </a:r>
          </a:p>
          <a:p>
            <a:r>
              <a:rPr lang="en-GB"/>
              <a:t>Some of these examples may be naive – and also quite 18</a:t>
            </a:r>
            <a:r>
              <a:rPr lang="en-GB" baseline="30000"/>
              <a:t>th</a:t>
            </a:r>
            <a:r>
              <a:rPr lang="en-GB"/>
              <a:t> century – but they are at least the real experiences of one student/occasional amateur researcher</a:t>
            </a:r>
          </a:p>
          <a:p>
            <a:endParaRPr lang="en-GB"/>
          </a:p>
          <a:p>
            <a:r>
              <a:rPr lang="en-GB"/>
              <a:t>This first one is actually just something I found myself doing at TNA a couple of weeks ago</a:t>
            </a:r>
          </a:p>
          <a:p>
            <a:r>
              <a:rPr lang="en-GB"/>
              <a:t>Quite a fumbling search in TNA’s catalogue for copyright registrations relating to patent medicine.</a:t>
            </a:r>
          </a:p>
          <a:p>
            <a:pPr marL="171450" indent="-171450">
              <a:buFont typeface="Arial" panose="020B0604020202020204" pitchFamily="34" charset="0"/>
              <a:buChar char="•"/>
            </a:pPr>
            <a:r>
              <a:rPr lang="en-GB"/>
              <a:t>I just wondered whether I might be able to find examples of trademarks or similar.</a:t>
            </a:r>
          </a:p>
          <a:p>
            <a:pPr marL="171450" indent="-171450">
              <a:buFont typeface="Arial" panose="020B0604020202020204" pitchFamily="34" charset="0"/>
              <a:buChar char="•"/>
            </a:pPr>
            <a:r>
              <a:rPr lang="en-GB"/>
              <a:t>This is actually a contrived example to create an illustration for this slide.</a:t>
            </a:r>
          </a:p>
          <a:p>
            <a:r>
              <a:rPr lang="en-GB"/>
              <a:t>I think probably there just aren’t many instances, but it illustrates some of the difficulties with keyword search</a:t>
            </a:r>
          </a:p>
          <a:p>
            <a:r>
              <a:rPr lang="en-GB"/>
              <a:t>I started with “patent medicine” as my search term, which unsurprisingly got no results at all – too specific</a:t>
            </a:r>
          </a:p>
          <a:p>
            <a:r>
              <a:rPr lang="en-GB"/>
              <a:t>But if I broadened to medicine I got a lot of results, mostly irrelevant</a:t>
            </a:r>
          </a:p>
          <a:p>
            <a:r>
              <a:rPr lang="en-GB"/>
              <a:t>I played around briefly with terms that might be a bit more specific to medicines, such as “powders”, “tincture”, etc</a:t>
            </a:r>
          </a:p>
          <a:p>
            <a:r>
              <a:rPr lang="en-GB"/>
              <a:t>But this continues to get lots of irrelevant results or, as in this contrived reconstruction, very few results – depending on exactly how I combine my keywords</a:t>
            </a:r>
          </a:p>
          <a:p>
            <a:r>
              <a:rPr lang="en-GB"/>
              <a:t>I really need something more like a semantic search, or possibly a “more records that resemble this” search -- something that can look at the whole context of the piece of text and determine whether it is likely to be referring to the thing I am looking for, or just happens to contain a word from my search.</a:t>
            </a:r>
          </a:p>
        </p:txBody>
      </p:sp>
      <p:sp>
        <p:nvSpPr>
          <p:cNvPr id="4" name="Slide Number Placeholder 3"/>
          <p:cNvSpPr>
            <a:spLocks noGrp="1"/>
          </p:cNvSpPr>
          <p:nvPr>
            <p:ph type="sldNum" sz="quarter" idx="5"/>
          </p:nvPr>
        </p:nvSpPr>
        <p:spPr/>
        <p:txBody>
          <a:bodyPr/>
          <a:lstStyle/>
          <a:p>
            <a:fld id="{E8526699-E148-466C-AFDB-5343868BE4F8}" type="slidenum">
              <a:rPr lang="en-GB" smtClean="0"/>
              <a:t>12</a:t>
            </a:fld>
            <a:endParaRPr lang="en-GB"/>
          </a:p>
        </p:txBody>
      </p:sp>
    </p:spTree>
    <p:extLst>
      <p:ext uri="{BB962C8B-B14F-4D97-AF65-F5344CB8AC3E}">
        <p14:creationId xmlns:p14="http://schemas.microsoft.com/office/powerpoint/2010/main" val="1960006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James Graham and Gustav Katterfelto, who I’ll call quack showmen of the late eighteenth century.</a:t>
            </a:r>
          </a:p>
          <a:p>
            <a:endParaRPr lang="en-GB"/>
          </a:p>
          <a:p>
            <a:r>
              <a:rPr lang="en-GB"/>
              <a:t>Katterfelto is an unusual (likely invented) name – it’s pretty easy to find information pertaining to Katterfelto and only Katterfelto using straightforward keyword searches. (There is also a racehorse called Katterfelto, but it doesn’t come up very much and its quick and easy to ignore those results.)</a:t>
            </a:r>
          </a:p>
          <a:p>
            <a:endParaRPr lang="en-GB"/>
          </a:p>
          <a:p>
            <a:r>
              <a:rPr lang="en-GB"/>
              <a:t>James Graham immediately looks like it might be a name that’ll crop up more, and actually one of the first things you learn when you start searching for him is that the name comes up a lot – it’s been a few years, but I think there was also a publisher called James Graham, so that James Graham tends to come up a lot when searching catalogues. A more advanced method of search that could use other context to find the right James Graham, or discard the wrong ones, would be helpful.</a:t>
            </a:r>
          </a:p>
          <a:p>
            <a:endParaRPr lang="en-GB"/>
          </a:p>
          <a:p>
            <a:r>
              <a:rPr lang="en-GB"/>
              <a:t>There are also a few sources that refer to James Graham briefly, while being predominantly about something else. These are easy to find because they are cited a lot in the scholarship on him, but it does make me wonder whether there is more material to be found on him, in more obscure sources that are primarily about something else. Certainly it seems likely (from my limited experience) that plenty of texts that are about some other subject will contain passages referring to irregular medical practitioners, which cannot be found in the catalogue.</a:t>
            </a:r>
          </a:p>
        </p:txBody>
      </p:sp>
      <p:sp>
        <p:nvSpPr>
          <p:cNvPr id="4" name="Slide Number Placeholder 3"/>
          <p:cNvSpPr>
            <a:spLocks noGrp="1"/>
          </p:cNvSpPr>
          <p:nvPr>
            <p:ph type="sldNum" sz="quarter" idx="5"/>
          </p:nvPr>
        </p:nvSpPr>
        <p:spPr/>
        <p:txBody>
          <a:bodyPr/>
          <a:lstStyle/>
          <a:p>
            <a:fld id="{E8526699-E148-466C-AFDB-5343868BE4F8}" type="slidenum">
              <a:rPr lang="en-GB" smtClean="0"/>
              <a:t>13</a:t>
            </a:fld>
            <a:endParaRPr lang="en-GB"/>
          </a:p>
        </p:txBody>
      </p:sp>
    </p:spTree>
    <p:extLst>
      <p:ext uri="{BB962C8B-B14F-4D97-AF65-F5344CB8AC3E}">
        <p14:creationId xmlns:p14="http://schemas.microsoft.com/office/powerpoint/2010/main" val="2769855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Finally, a slightly different case</a:t>
            </a:r>
          </a:p>
          <a:p>
            <a:r>
              <a:rPr lang="en-GB"/>
              <a:t>I spent some time volunteering on a project where I was writing short definitions of diseases mentioned in a student’s lecture notes</a:t>
            </a:r>
          </a:p>
          <a:p>
            <a:r>
              <a:rPr lang="en-GB"/>
              <a:t>There are a couple of ways digitised text helped with this</a:t>
            </a:r>
          </a:p>
          <a:p>
            <a:r>
              <a:rPr lang="en-GB"/>
              <a:t>One was George Motherby’s medical dictionary. The main way to use this was via the index, but because it was digitised I was able to find additional references to particular terms outside of the main entry – or occasionally, find the right entry when it was listed under a different term. This kind of search isn’t comprehensive – if only because of OCR errors, I’m not likely to find every instance of a keyword. But it can be a helpful way to find additional examples.</a:t>
            </a:r>
          </a:p>
          <a:p>
            <a:r>
              <a:rPr lang="en-GB"/>
              <a:t>Another was simply to search for references to the term in other sources, including in Wellcome’s catalogue. When this worked out, I could see a bunch of uses of a term in context, at around the right time, which could be helpful with understanding what it meant. But it was more effort than it needed to be to find and see all of those examples – an interface geared to showing me examples of a term in context would have been a very helpful thing.</a:t>
            </a:r>
          </a:p>
        </p:txBody>
      </p:sp>
      <p:sp>
        <p:nvSpPr>
          <p:cNvPr id="4" name="Slide Number Placeholder 3"/>
          <p:cNvSpPr>
            <a:spLocks noGrp="1"/>
          </p:cNvSpPr>
          <p:nvPr>
            <p:ph type="sldNum" sz="quarter" idx="5"/>
          </p:nvPr>
        </p:nvSpPr>
        <p:spPr/>
        <p:txBody>
          <a:bodyPr/>
          <a:lstStyle/>
          <a:p>
            <a:fld id="{E8526699-E148-466C-AFDB-5343868BE4F8}" type="slidenum">
              <a:rPr lang="en-GB" smtClean="0"/>
              <a:t>14</a:t>
            </a:fld>
            <a:endParaRPr lang="en-GB"/>
          </a:p>
        </p:txBody>
      </p:sp>
    </p:spTree>
    <p:extLst>
      <p:ext uri="{BB962C8B-B14F-4D97-AF65-F5344CB8AC3E}">
        <p14:creationId xmlns:p14="http://schemas.microsoft.com/office/powerpoint/2010/main" val="1968028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Here are some examples of the kind of text we are looking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Pretty old document, 1596. ALTO gives the processing date as August 2018.</a:t>
            </a:r>
          </a:p>
          <a:p>
            <a:r>
              <a:rPr lang="en-GB"/>
              <a:t>If your eyes are up to it, you can see that the text recognition is far from perfect (though the really horrible bit I guess is bleed-through).</a:t>
            </a:r>
          </a:p>
          <a:p>
            <a:r>
              <a:rPr lang="en-GB"/>
              <a:t>And you may see some common problems with older documents, I’ve highlighted a couple</a:t>
            </a:r>
          </a:p>
          <a:p>
            <a:pPr marL="171450" indent="-171450">
              <a:buFont typeface="Arial" panose="020B0604020202020204" pitchFamily="34" charset="0"/>
              <a:buChar char="•"/>
            </a:pPr>
            <a:r>
              <a:rPr lang="en-GB"/>
              <a:t>Long s read as f</a:t>
            </a:r>
          </a:p>
          <a:p>
            <a:pPr marL="171450" indent="-171450">
              <a:buFont typeface="Arial" panose="020B0604020202020204" pitchFamily="34" charset="0"/>
              <a:buChar char="•"/>
            </a:pPr>
            <a:r>
              <a:rPr lang="en-GB"/>
              <a:t>V read as u, and vice versa</a:t>
            </a:r>
          </a:p>
          <a:p>
            <a:pPr marL="0" indent="0">
              <a:buFont typeface="Arial" panose="020B0604020202020204" pitchFamily="34" charset="0"/>
              <a:buNone/>
            </a:pPr>
            <a:r>
              <a:rPr lang="en-GB"/>
              <a:t>This document also seems to read ‘s’ as ‘i’ a lot, I don’t know if that’s a common thing.</a:t>
            </a:r>
          </a:p>
          <a:p>
            <a:r>
              <a:rPr lang="en-GB"/>
              <a:t>This presumably will be better with less old documents or more recent scans.</a:t>
            </a:r>
          </a:p>
          <a:p>
            <a:endParaRPr lang="en-GB"/>
          </a:p>
          <a:p>
            <a:r>
              <a:rPr lang="en-GB"/>
              <a:t>Left-hand image: https://wellcomecollection.org/works/s7sjuwds/items?canvas=11&amp;query=vnto</a:t>
            </a:r>
          </a:p>
        </p:txBody>
      </p:sp>
      <p:sp>
        <p:nvSpPr>
          <p:cNvPr id="4" name="Slide Number Placeholder 3"/>
          <p:cNvSpPr>
            <a:spLocks noGrp="1"/>
          </p:cNvSpPr>
          <p:nvPr>
            <p:ph type="sldNum" sz="quarter" idx="5"/>
          </p:nvPr>
        </p:nvSpPr>
        <p:spPr/>
        <p:txBody>
          <a:bodyPr/>
          <a:lstStyle/>
          <a:p>
            <a:fld id="{E8526699-E148-466C-AFDB-5343868BE4F8}" type="slidenum">
              <a:rPr lang="en-GB" smtClean="0"/>
              <a:t>15</a:t>
            </a:fld>
            <a:endParaRPr lang="en-GB"/>
          </a:p>
        </p:txBody>
      </p:sp>
    </p:spTree>
    <p:extLst>
      <p:ext uri="{BB962C8B-B14F-4D97-AF65-F5344CB8AC3E}">
        <p14:creationId xmlns:p14="http://schemas.microsoft.com/office/powerpoint/2010/main" val="1571831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document is about 200 years more modern and was scanned a year later.</a:t>
            </a:r>
          </a:p>
          <a:p>
            <a:r>
              <a:rPr lang="en-GB"/>
              <a:t>“By eye” quality looks about the same, but I may be auto-correcting the older texts as I read.</a:t>
            </a:r>
          </a:p>
          <a:p>
            <a:r>
              <a:rPr lang="en-GB"/>
              <a:t>Its actually quite tricky not to “auto-translate” a lot of OCR problems as you read</a:t>
            </a:r>
          </a:p>
          <a:p>
            <a:r>
              <a:rPr lang="en-GB"/>
              <a:t>Has another horrible bit which I guess must be the bleed-through.</a:t>
            </a:r>
          </a:p>
        </p:txBody>
      </p:sp>
      <p:sp>
        <p:nvSpPr>
          <p:cNvPr id="4" name="Slide Number Placeholder 3"/>
          <p:cNvSpPr>
            <a:spLocks noGrp="1"/>
          </p:cNvSpPr>
          <p:nvPr>
            <p:ph type="sldNum" sz="quarter" idx="5"/>
          </p:nvPr>
        </p:nvSpPr>
        <p:spPr/>
        <p:txBody>
          <a:bodyPr/>
          <a:lstStyle/>
          <a:p>
            <a:fld id="{E8526699-E148-466C-AFDB-5343868BE4F8}" type="slidenum">
              <a:rPr lang="en-GB" smtClean="0"/>
              <a:t>16</a:t>
            </a:fld>
            <a:endParaRPr lang="en-GB"/>
          </a:p>
        </p:txBody>
      </p:sp>
    </p:spTree>
    <p:extLst>
      <p:ext uri="{BB962C8B-B14F-4D97-AF65-F5344CB8AC3E}">
        <p14:creationId xmlns:p14="http://schemas.microsoft.com/office/powerpoint/2010/main" val="4139872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1895. Good OCR. It also doesn’t seem to be picking up the page number in the footer, though it did pick up similar features in the other two books.</a:t>
            </a:r>
          </a:p>
          <a:p>
            <a:r>
              <a:rPr lang="en-GB"/>
              <a:t>Processing date is August 2015, so perhaps with older OCR tech than the previous ones.</a:t>
            </a:r>
          </a:p>
          <a:p>
            <a:endParaRPr lang="en-GB"/>
          </a:p>
          <a:p>
            <a:r>
              <a:rPr lang="en-GB"/>
              <a:t>So that’s the material we are working with</a:t>
            </a:r>
          </a:p>
          <a:p>
            <a:r>
              <a:rPr lang="en-GB"/>
              <a:t>I will likely investigate cleaning up the text a bit, doing something like running a spell checker over it</a:t>
            </a:r>
          </a:p>
          <a:p>
            <a:r>
              <a:rPr lang="en-GB"/>
              <a:t>But I don’t want to get too detained by text clean-up</a:t>
            </a:r>
          </a:p>
          <a:p>
            <a:r>
              <a:rPr lang="en-GB"/>
              <a:t>Seeing what we can do easily with what we have is part of the project, I think</a:t>
            </a:r>
          </a:p>
          <a:p>
            <a:endParaRPr lang="en-GB"/>
          </a:p>
        </p:txBody>
      </p:sp>
      <p:sp>
        <p:nvSpPr>
          <p:cNvPr id="4" name="Slide Number Placeholder 3"/>
          <p:cNvSpPr>
            <a:spLocks noGrp="1"/>
          </p:cNvSpPr>
          <p:nvPr>
            <p:ph type="sldNum" sz="quarter" idx="5"/>
          </p:nvPr>
        </p:nvSpPr>
        <p:spPr/>
        <p:txBody>
          <a:bodyPr/>
          <a:lstStyle/>
          <a:p>
            <a:fld id="{E8526699-E148-466C-AFDB-5343868BE4F8}" type="slidenum">
              <a:rPr lang="en-GB" smtClean="0"/>
              <a:t>17</a:t>
            </a:fld>
            <a:endParaRPr lang="en-GB"/>
          </a:p>
        </p:txBody>
      </p:sp>
    </p:spTree>
    <p:extLst>
      <p:ext uri="{BB962C8B-B14F-4D97-AF65-F5344CB8AC3E}">
        <p14:creationId xmlns:p14="http://schemas.microsoft.com/office/powerpoint/2010/main" val="2973384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GB" sz="1200" kern="100">
                <a:effectLst/>
                <a:latin typeface="Open Sans" panose="020B0606030504020204" pitchFamily="34" charset="0"/>
                <a:ea typeface="Calibri" panose="020F0502020204030204" pitchFamily="34" charset="0"/>
                <a:cs typeface="Open Sans" panose="020B0606030504020204" pitchFamily="34" charset="0"/>
              </a:rPr>
              <a:t>I’ve made a corpus of text for demonstration purposes. This is text from Wellcome about "typhus". What I've done here is roughly:</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arenR"/>
            </a:pPr>
            <a:r>
              <a:rPr lang="en-GB" sz="1200" kern="100">
                <a:effectLst/>
                <a:latin typeface="Open Sans" panose="020B0606030504020204" pitchFamily="34" charset="0"/>
                <a:ea typeface="Calibri" panose="020F0502020204030204" pitchFamily="34" charset="0"/>
                <a:cs typeface="Open Sans" panose="020B0606030504020204" pitchFamily="34" charset="0"/>
              </a:rPr>
              <a:t>Take a download of the catalogue data that Wellcome makes available</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arenR"/>
            </a:pPr>
            <a:r>
              <a:rPr lang="en-GB" sz="1200" kern="100">
                <a:effectLst/>
                <a:latin typeface="Open Sans" panose="020B0606030504020204" pitchFamily="34" charset="0"/>
                <a:ea typeface="Calibri" panose="020F0502020204030204" pitchFamily="34" charset="0"/>
                <a:cs typeface="Open Sans" panose="020B0606030504020204" pitchFamily="34" charset="0"/>
              </a:rPr>
              <a:t>Search that download for the word 'typhus' to make a list of texts which have that word anywhere in that catalogue data.</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arenR"/>
            </a:pPr>
            <a:r>
              <a:rPr lang="en-GB" sz="1200" kern="100">
                <a:effectLst/>
                <a:latin typeface="Open Sans" panose="020B0606030504020204" pitchFamily="34" charset="0"/>
                <a:ea typeface="Calibri" panose="020F0502020204030204" pitchFamily="34" charset="0"/>
                <a:cs typeface="Open Sans" panose="020B0606030504020204" pitchFamily="34" charset="0"/>
              </a:rPr>
              <a:t>Get a copy of every English-language text that has digitised text available</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arenR"/>
            </a:pPr>
            <a:r>
              <a:rPr lang="en-GB" sz="1200" kern="100">
                <a:effectLst/>
                <a:latin typeface="Open Sans" panose="020B0606030504020204" pitchFamily="34" charset="0"/>
                <a:ea typeface="Calibri" panose="020F0502020204030204" pitchFamily="34" charset="0"/>
                <a:cs typeface="Open Sans" panose="020B0606030504020204" pitchFamily="34" charset="0"/>
              </a:rPr>
              <a:t>Discard all copies after 1829, which is an arbitrary date that makes the corpus cover a period of roughly 50 years</a:t>
            </a:r>
          </a:p>
          <a:p>
            <a:pPr marL="342900" lvl="0" indent="-342900">
              <a:lnSpc>
                <a:spcPct val="107000"/>
              </a:lnSpc>
              <a:spcAft>
                <a:spcPts val="800"/>
              </a:spcAft>
              <a:buFont typeface="+mj-lt"/>
              <a:buAutoNum type="arabicParenR"/>
            </a:pPr>
            <a:endParaRPr lang="en-GB" sz="1200" kern="100">
              <a:effectLst/>
              <a:latin typeface="Open Sans" panose="020B0606030504020204" pitchFamily="34" charset="0"/>
              <a:ea typeface="Calibri" panose="020F0502020204030204" pitchFamily="34" charset="0"/>
              <a:cs typeface="Open Sans" panose="020B0606030504020204" pitchFamily="34" charset="0"/>
            </a:endParaRPr>
          </a:p>
          <a:p>
            <a:pPr marL="0" lvl="0" indent="0">
              <a:lnSpc>
                <a:spcPct val="107000"/>
              </a:lnSpc>
              <a:spcAft>
                <a:spcPts val="800"/>
              </a:spcAft>
              <a:buFont typeface="+mj-lt"/>
              <a:buNone/>
            </a:pPr>
            <a:r>
              <a:rPr lang="en-GB" sz="1200" kern="100">
                <a:effectLst/>
                <a:latin typeface="Open Sans" panose="020B0606030504020204" pitchFamily="34" charset="0"/>
                <a:ea typeface="Calibri" panose="020F0502020204030204" pitchFamily="34" charset="0"/>
                <a:cs typeface="Open Sans" panose="020B0606030504020204" pitchFamily="34" charset="0"/>
              </a:rPr>
              <a:t>This slide shows the number of texts per year over the span of the corpus (with a couple of caveats I won’t go into). So quite gappy at the beginning, less so later.</a:t>
            </a:r>
          </a:p>
          <a:p>
            <a:pPr marL="0" lvl="0" indent="0">
              <a:lnSpc>
                <a:spcPct val="107000"/>
              </a:lnSpc>
              <a:spcAft>
                <a:spcPts val="800"/>
              </a:spcAft>
              <a:buFont typeface="+mj-lt"/>
              <a:buNone/>
            </a:pPr>
            <a:r>
              <a:rPr lang="en-GB" sz="1200" kern="100">
                <a:effectLst/>
                <a:latin typeface="Open Sans" panose="020B0606030504020204" pitchFamily="34" charset="0"/>
                <a:ea typeface="Calibri" panose="020F0502020204030204" pitchFamily="34" charset="0"/>
                <a:cs typeface="Open Sans" panose="020B0606030504020204" pitchFamily="34" charset="0"/>
              </a:rPr>
              <a:t>Some years with multiple texts are likely multiple copies of the same text</a:t>
            </a:r>
          </a:p>
          <a:p>
            <a:pPr marL="342900" lvl="0" indent="-342900">
              <a:lnSpc>
                <a:spcPct val="107000"/>
              </a:lnSpc>
              <a:spcAft>
                <a:spcPts val="800"/>
              </a:spcAft>
              <a:buFont typeface="+mj-lt"/>
              <a:buAutoNum type="arabicParenR"/>
            </a:pP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kern="100">
                <a:effectLst/>
                <a:latin typeface="Open Sans" panose="020B0606030504020204" pitchFamily="34" charset="0"/>
                <a:ea typeface="Calibri" panose="020F0502020204030204" pitchFamily="34" charset="0"/>
                <a:cs typeface="Open Sans" panose="020B0606030504020204" pitchFamily="34" charset="0"/>
              </a:rPr>
              <a:t>Lots could have gone wrong here.</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kern="100">
                <a:effectLst/>
                <a:latin typeface="Open Sans" panose="020B0606030504020204" pitchFamily="34" charset="0"/>
                <a:ea typeface="Calibri" panose="020F0502020204030204" pitchFamily="34" charset="0"/>
                <a:cs typeface="Open Sans" panose="020B0606030504020204" pitchFamily="34" charset="0"/>
              </a:rPr>
              <a:t>In particular, the search for "typhus" is quite simplistic – there is a good chance that I should be looking at the catalogue data in a more sophisticated way than just a full text search.</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kern="100">
                <a:effectLst/>
                <a:latin typeface="Open Sans" panose="020B0606030504020204" pitchFamily="34" charset="0"/>
                <a:ea typeface="Calibri" panose="020F0502020204030204" pitchFamily="34" charset="0"/>
                <a:cs typeface="Open Sans" panose="020B0606030504020204" pitchFamily="34" charset="0"/>
              </a:rPr>
              <a:t>And almost certainly I should be looking for other terms as well to build up a corpus of texts about "typhus" in this period</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GB" sz="1200" kern="100">
                <a:effectLst/>
                <a:latin typeface="Open Sans" panose="020B0606030504020204" pitchFamily="34" charset="0"/>
                <a:ea typeface="Calibri" panose="020F0502020204030204" pitchFamily="34" charset="0"/>
                <a:cs typeface="Open Sans" panose="020B0606030504020204" pitchFamily="34" charset="0"/>
              </a:rPr>
              <a:t>e.g. terms like jail fever, jungle fever may be relevant</a:t>
            </a:r>
          </a:p>
          <a:p>
            <a:pPr marL="342900" lvl="0" indent="-342900">
              <a:lnSpc>
                <a:spcPct val="107000"/>
              </a:lnSpc>
              <a:buFont typeface="Symbol" panose="05050102010706020507" pitchFamily="18" charset="2"/>
              <a:buChar char=""/>
            </a:pPr>
            <a:r>
              <a:rPr lang="en-GB" sz="1200" kern="100">
                <a:effectLst/>
                <a:latin typeface="Open Sans" panose="020B0606030504020204" pitchFamily="34" charset="0"/>
                <a:ea typeface="Calibri" panose="020F0502020204030204" pitchFamily="34" charset="0"/>
                <a:cs typeface="Open Sans" panose="020B0606030504020204" pitchFamily="34" charset="0"/>
              </a:rPr>
              <a:t>there may be particular authors I ought to look for</a:t>
            </a:r>
          </a:p>
          <a:p>
            <a:pPr marL="342900" lvl="0" indent="-342900">
              <a:lnSpc>
                <a:spcPct val="107000"/>
              </a:lnSpc>
              <a:spcAft>
                <a:spcPts val="800"/>
              </a:spcAft>
              <a:buFont typeface="Symbol" panose="05050102010706020507" pitchFamily="18" charset="2"/>
              <a:buChar char=""/>
            </a:pPr>
            <a:r>
              <a:rPr lang="en-GB" sz="1200" kern="100">
                <a:effectLst/>
                <a:latin typeface="Open Sans" panose="020B0606030504020204" pitchFamily="34" charset="0"/>
                <a:ea typeface="Calibri" panose="020F0502020204030204" pitchFamily="34" charset="0"/>
                <a:cs typeface="Open Sans" panose="020B0606030504020204" pitchFamily="34" charset="0"/>
              </a:rPr>
              <a:t>or references to particular places (Newgate Prison) or events (the Black Assizes), depending on how broadly I want to cast my net.</a:t>
            </a:r>
          </a:p>
          <a:p>
            <a:pPr>
              <a:lnSpc>
                <a:spcPct val="107000"/>
              </a:lnSpc>
              <a:spcAft>
                <a:spcPts val="800"/>
              </a:spcAft>
            </a:pPr>
            <a:r>
              <a:rPr lang="en-GB" sz="1200" kern="100">
                <a:effectLst/>
                <a:latin typeface="Open Sans" panose="020B0606030504020204" pitchFamily="34" charset="0"/>
                <a:ea typeface="Calibri" panose="020F0502020204030204" pitchFamily="34" charset="0"/>
                <a:cs typeface="Open Sans" panose="020B0606030504020204" pitchFamily="34" charset="0"/>
              </a:rPr>
              <a:t>I will add that I am no expert on typhus or related diseases, I just happen to be reading a book about this at the moment, so it sprang to mind as something to search for.</a:t>
            </a:r>
            <a:endParaRPr lang="en-GB" sz="1200" kern="100">
              <a:effectLst/>
              <a:latin typeface="Open Sans" panose="020B0606030504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8526699-E148-466C-AFDB-5343868BE4F8}" type="slidenum">
              <a:rPr lang="en-GB" smtClean="0"/>
              <a:t>18</a:t>
            </a:fld>
            <a:endParaRPr lang="en-GB"/>
          </a:p>
        </p:txBody>
      </p:sp>
    </p:spTree>
    <p:extLst>
      <p:ext uri="{BB962C8B-B14F-4D97-AF65-F5344CB8AC3E}">
        <p14:creationId xmlns:p14="http://schemas.microsoft.com/office/powerpoint/2010/main" val="3290272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word counts, to give an idea of relative sizes</a:t>
            </a:r>
          </a:p>
          <a:p>
            <a:r>
              <a:rPr lang="en-GB"/>
              <a:t>Most documents are quite short</a:t>
            </a:r>
          </a:p>
          <a:p>
            <a:r>
              <a:rPr lang="en-GB"/>
              <a:t>Over half of the corpus is less than 5000 words</a:t>
            </a:r>
          </a:p>
          <a:p>
            <a:r>
              <a:rPr lang="en-GB"/>
              <a:t>A few documents are very much larger</a:t>
            </a:r>
          </a:p>
        </p:txBody>
      </p:sp>
      <p:sp>
        <p:nvSpPr>
          <p:cNvPr id="4" name="Slide Number Placeholder 3"/>
          <p:cNvSpPr>
            <a:spLocks noGrp="1"/>
          </p:cNvSpPr>
          <p:nvPr>
            <p:ph type="sldNum" sz="quarter" idx="5"/>
          </p:nvPr>
        </p:nvSpPr>
        <p:spPr/>
        <p:txBody>
          <a:bodyPr/>
          <a:lstStyle/>
          <a:p>
            <a:fld id="{E8526699-E148-466C-AFDB-5343868BE4F8}" type="slidenum">
              <a:rPr lang="en-GB" smtClean="0"/>
              <a:t>19</a:t>
            </a:fld>
            <a:endParaRPr lang="en-GB"/>
          </a:p>
        </p:txBody>
      </p:sp>
    </p:spTree>
    <p:extLst>
      <p:ext uri="{BB962C8B-B14F-4D97-AF65-F5344CB8AC3E}">
        <p14:creationId xmlns:p14="http://schemas.microsoft.com/office/powerpoint/2010/main" val="547141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Now I’ll use a tool called Voyant to demonstrate a few kinds of analysis</a:t>
            </a:r>
          </a:p>
          <a:p>
            <a:r>
              <a:rPr lang="en-GB"/>
              <a:t>Voyant is a tool for playful exploration of these kinds of techniques</a:t>
            </a:r>
          </a:p>
          <a:p>
            <a:r>
              <a:rPr lang="en-GB"/>
              <a:t>Voyant has some definite limitations. You can only configure it to a point, and it can be hard to get at the details of what it is doing in each analysis.</a:t>
            </a:r>
          </a:p>
          <a:p>
            <a:r>
              <a:rPr lang="en-GB"/>
              <a:t>I don’t expect we’ll use it beyond the early stages of the project.</a:t>
            </a:r>
          </a:p>
          <a:p>
            <a:r>
              <a:rPr lang="en-GB"/>
              <a:t>But I think it is helpful for getting a sense of the kinds of things that are possible.</a:t>
            </a:r>
          </a:p>
          <a:p>
            <a:r>
              <a:rPr lang="en-GB"/>
              <a:t>Concern that it might be a bit too abstract at the moment, I think these things make a lot more sense when they’re being applied to a specific question.</a:t>
            </a:r>
          </a:p>
          <a:p>
            <a:pPr marL="171450" indent="-171450">
              <a:buFont typeface="Arial" panose="020B0604020202020204" pitchFamily="34" charset="0"/>
              <a:buChar char="•"/>
            </a:pPr>
            <a:r>
              <a:rPr lang="en-GB"/>
              <a:t>Much easier to explore the strengths and limitations of a technique in a specific context, I think</a:t>
            </a:r>
          </a:p>
          <a:p>
            <a:pPr marL="171450" indent="-171450">
              <a:buFont typeface="Arial" panose="020B0604020202020204" pitchFamily="34" charset="0"/>
              <a:buChar char="•"/>
            </a:pPr>
            <a:r>
              <a:rPr lang="en-GB"/>
              <a:t>So if this is too abstract, maybe that at least helps to make the point that it would be useful to have a specific theme or question to explore</a:t>
            </a:r>
          </a:p>
          <a:p>
            <a:endParaRPr lang="en-GB"/>
          </a:p>
          <a:p>
            <a:r>
              <a:rPr lang="en-GB" b="1"/>
              <a:t>[Demo]</a:t>
            </a:r>
            <a:endParaRPr lang="en-GB" b="0"/>
          </a:p>
          <a:p>
            <a:endParaRPr lang="en-GB" b="0"/>
          </a:p>
          <a:p>
            <a:r>
              <a:rPr lang="en-GB" b="0"/>
              <a:t>I could show you more... but I think that’s plenty for now</a:t>
            </a:r>
          </a:p>
          <a:p>
            <a:r>
              <a:rPr lang="en-GB" b="0"/>
              <a:t>It may be tricky at this moment in time to see where the relevance is, but that is why I want to do this in small steps, one or two techniques at a time, and with specific questions in mind.</a:t>
            </a:r>
          </a:p>
          <a:p>
            <a:r>
              <a:rPr lang="en-GB" b="0"/>
              <a:t>Hopefully this has shown that there are a range of ways to work with full text to better understand a corpus</a:t>
            </a:r>
          </a:p>
          <a:p>
            <a:r>
              <a:rPr lang="en-GB" b="0"/>
              <a:t>Though some of these ways seem very abstracted here, I think they can be made more concrete, with the right interface, with the right question, with some interpretation</a:t>
            </a:r>
          </a:p>
          <a:p>
            <a:r>
              <a:rPr lang="en-GB" b="0"/>
              <a:t>I think that we can try exploring them together</a:t>
            </a:r>
          </a:p>
          <a:p>
            <a:r>
              <a:rPr lang="en-GB" b="0"/>
              <a:t>I think with a specific question or theme in mind</a:t>
            </a:r>
          </a:p>
          <a:p>
            <a:r>
              <a:rPr lang="en-GB" b="0"/>
              <a:t>And with some more bespoke representations that these generalised Voyant views</a:t>
            </a:r>
          </a:p>
          <a:p>
            <a:r>
              <a:rPr lang="en-GB" b="0"/>
              <a:t>And going in smaller steps than this sort of generalised sweep</a:t>
            </a:r>
          </a:p>
          <a:p>
            <a:r>
              <a:rPr lang="en-GB" b="0"/>
              <a:t>Then the application of the methods will be more clear and it will make more sense</a:t>
            </a:r>
          </a:p>
          <a:p>
            <a:endParaRPr lang="en-GB" b="0"/>
          </a:p>
          <a:p>
            <a:r>
              <a:rPr lang="en-GB" b="0"/>
              <a:t>And I think that we’ve earned a break before I ask us all to think about the kinds of questions that we can ask, or themes that we can explore</a:t>
            </a:r>
            <a:endParaRPr lang="en-GB" b="1"/>
          </a:p>
        </p:txBody>
      </p:sp>
      <p:sp>
        <p:nvSpPr>
          <p:cNvPr id="4" name="Slide Number Placeholder 3"/>
          <p:cNvSpPr>
            <a:spLocks noGrp="1"/>
          </p:cNvSpPr>
          <p:nvPr>
            <p:ph type="sldNum" sz="quarter" idx="5"/>
          </p:nvPr>
        </p:nvSpPr>
        <p:spPr/>
        <p:txBody>
          <a:bodyPr/>
          <a:lstStyle/>
          <a:p>
            <a:fld id="{E8526699-E148-466C-AFDB-5343868BE4F8}" type="slidenum">
              <a:rPr lang="en-GB" smtClean="0"/>
              <a:t>20</a:t>
            </a:fld>
            <a:endParaRPr lang="en-GB"/>
          </a:p>
        </p:txBody>
      </p:sp>
    </p:spTree>
    <p:extLst>
      <p:ext uri="{BB962C8B-B14F-4D97-AF65-F5344CB8AC3E}">
        <p14:creationId xmlns:p14="http://schemas.microsoft.com/office/powerpoint/2010/main" val="2355687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I’ve demonstrated some techniques to give a flavour of some of what is out there. There is plenty more but there’s no sense in trying to cover it all.</a:t>
            </a:r>
          </a:p>
          <a:p>
            <a:endParaRPr lang="en-GB"/>
          </a:p>
          <a:p>
            <a:r>
              <a:rPr lang="en-GB"/>
              <a:t>I think all of this makes a lot more sense when we get down to applying techniques to exploring a particular theme or question. I think especially when that theme is relevant and meaningful for the people involved.</a:t>
            </a:r>
          </a:p>
          <a:p>
            <a:endParaRPr lang="en-GB"/>
          </a:p>
          <a:p>
            <a:r>
              <a:rPr lang="en-GB"/>
              <a:t>I’d like to do a little exercise at this point, to get us thinking about what would be a good theme or research question to investigate.</a:t>
            </a:r>
          </a:p>
          <a:p>
            <a:endParaRPr lang="en-GB"/>
          </a:p>
          <a:p>
            <a:r>
              <a:rPr lang="en-GB"/>
              <a:t>I have some thoughts about what makes a good question and a couple of examples.</a:t>
            </a:r>
          </a:p>
          <a:p>
            <a:endParaRPr lang="en-GB"/>
          </a:p>
          <a:p>
            <a:r>
              <a:rPr lang="en-GB"/>
              <a:t>And then I’d like us to discuss some possibilities for subjects that could be addressed by text mining and that are relevant or interesting for you</a:t>
            </a:r>
          </a:p>
          <a:p>
            <a:endParaRPr lang="en-GB"/>
          </a:p>
          <a:p>
            <a:r>
              <a:rPr lang="en-GB"/>
              <a:t>Not necessarily a commitment forever, but would be nice to have something to focus on between now and next month.</a:t>
            </a:r>
          </a:p>
        </p:txBody>
      </p:sp>
      <p:sp>
        <p:nvSpPr>
          <p:cNvPr id="4" name="Slide Number Placeholder 3"/>
          <p:cNvSpPr>
            <a:spLocks noGrp="1"/>
          </p:cNvSpPr>
          <p:nvPr>
            <p:ph type="sldNum" sz="quarter" idx="5"/>
          </p:nvPr>
        </p:nvSpPr>
        <p:spPr/>
        <p:txBody>
          <a:bodyPr/>
          <a:lstStyle/>
          <a:p>
            <a:fld id="{E8526699-E148-466C-AFDB-5343868BE4F8}" type="slidenum">
              <a:rPr lang="en-GB" smtClean="0"/>
              <a:t>21</a:t>
            </a:fld>
            <a:endParaRPr lang="en-GB"/>
          </a:p>
        </p:txBody>
      </p:sp>
    </p:spTree>
    <p:extLst>
      <p:ext uri="{BB962C8B-B14F-4D97-AF65-F5344CB8AC3E}">
        <p14:creationId xmlns:p14="http://schemas.microsoft.com/office/powerpoint/2010/main" val="16640719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here are some suggestions for what makes a good theme to search for using these types of methods. The overarching point is that it should be something hard to find with catalogue search. So:</a:t>
            </a:r>
          </a:p>
          <a:p>
            <a:endParaRPr lang="en-GB"/>
          </a:p>
          <a:p>
            <a:pPr marL="171450" indent="-171450">
              <a:buFont typeface="Arial" panose="020B0604020202020204" pitchFamily="34" charset="0"/>
              <a:buChar char="•"/>
            </a:pPr>
            <a:r>
              <a:rPr lang="en-GB"/>
              <a:t>Something that does not fit comfortably into the catalogue’s taxonomy</a:t>
            </a:r>
          </a:p>
          <a:p>
            <a:pPr marL="628650" lvl="1" indent="-171450">
              <a:buFont typeface="Arial" panose="020B0604020202020204" pitchFamily="34" charset="0"/>
              <a:buChar char="•"/>
            </a:pPr>
            <a:r>
              <a:rPr lang="en-GB"/>
              <a:t>It is hard to think of a category for it</a:t>
            </a:r>
          </a:p>
          <a:p>
            <a:pPr marL="628650" lvl="1" indent="-171450">
              <a:buFont typeface="Arial" panose="020B0604020202020204" pitchFamily="34" charset="0"/>
              <a:buChar char="•"/>
            </a:pPr>
            <a:r>
              <a:rPr lang="en-GB"/>
              <a:t>Or it fits into multiple categories, such that you get a lot of unwanted results along with what you are looking for</a:t>
            </a:r>
          </a:p>
          <a:p>
            <a:pPr marL="171450" lvl="0" indent="-171450">
              <a:buFont typeface="Arial" panose="020B0604020202020204" pitchFamily="34" charset="0"/>
              <a:buChar char="•"/>
            </a:pPr>
            <a:r>
              <a:rPr lang="en-GB"/>
              <a:t>Something that isn’t easily addressed by keyword search</a:t>
            </a:r>
          </a:p>
          <a:p>
            <a:pPr marL="628650" lvl="1" indent="-171450">
              <a:buFont typeface="Arial" panose="020B0604020202020204" pitchFamily="34" charset="0"/>
              <a:buChar char="•"/>
            </a:pPr>
            <a:r>
              <a:rPr lang="en-GB"/>
              <a:t>So if I type “charlatan” into the catalogue I’ll get a lot of hits</a:t>
            </a:r>
          </a:p>
          <a:p>
            <a:pPr marL="628650" lvl="1" indent="-171450">
              <a:buFont typeface="Arial" panose="020B0604020202020204" pitchFamily="34" charset="0"/>
              <a:buChar char="•"/>
            </a:pPr>
            <a:r>
              <a:rPr lang="en-GB"/>
              <a:t>But I might not want all texts about theatre, secondary sources that discuss charlatans</a:t>
            </a:r>
          </a:p>
          <a:p>
            <a:pPr marL="628650" lvl="1" indent="-171450">
              <a:buFont typeface="Arial" panose="020B0604020202020204" pitchFamily="34" charset="0"/>
              <a:buChar char="•"/>
            </a:pPr>
            <a:r>
              <a:rPr lang="en-GB"/>
              <a:t>Nor will I get cases where they are called “quacks” or “mountebanks” or “empirics” or encompassed within “irregulars”... the more ways there are of referring to something, the harder it is to think of all of the keywords</a:t>
            </a:r>
          </a:p>
          <a:p>
            <a:pPr marL="171450" lvl="0" indent="-171450">
              <a:buFont typeface="Arial" panose="020B0604020202020204" pitchFamily="34" charset="0"/>
              <a:buChar char="•"/>
            </a:pPr>
            <a:r>
              <a:rPr lang="en-GB"/>
              <a:t>Fragementary passages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And I won’t find any text where charlatans are discussed but they are not mentioned in any of the metadata of the book</a:t>
            </a:r>
          </a:p>
          <a:p>
            <a:pPr marL="171450" lvl="0" indent="-171450">
              <a:buFont typeface="Arial" panose="020B0604020202020204" pitchFamily="34" charset="0"/>
              <a:buChar char="•"/>
            </a:pPr>
            <a:r>
              <a:rPr lang="en-GB"/>
              <a:t>Something that benefits from many small examples can be a good use case</a:t>
            </a:r>
          </a:p>
          <a:p>
            <a:pPr marL="628650" lvl="1" indent="-171450">
              <a:buFont typeface="Arial" panose="020B0604020202020204" pitchFamily="34" charset="0"/>
              <a:buChar char="•"/>
            </a:pPr>
            <a:r>
              <a:rPr lang="en-GB"/>
              <a:t>For example, if I want to understand the sense of a word at a particular place and time, gathering as many examples of that word as possible seems like a good way to go</a:t>
            </a:r>
          </a:p>
          <a:p>
            <a:pPr marL="171450" lvl="0" indent="-171450">
              <a:buFont typeface="Arial" panose="020B0604020202020204" pitchFamily="34" charset="0"/>
              <a:buChar char="•"/>
            </a:pPr>
            <a:r>
              <a:rPr lang="en-GB"/>
              <a:t>And it really helps if the theme is something quite well understood</a:t>
            </a:r>
          </a:p>
          <a:p>
            <a:pPr marL="628650" lvl="1" indent="-171450">
              <a:buFont typeface="Arial" panose="020B0604020202020204" pitchFamily="34" charset="0"/>
              <a:buChar char="•"/>
            </a:pPr>
            <a:r>
              <a:rPr lang="en-GB"/>
              <a:t>Helps us to have a sense of whether the sources we are finding are useful or not</a:t>
            </a:r>
          </a:p>
          <a:p>
            <a:pPr marL="171450" lvl="0" indent="-171450">
              <a:buFont typeface="Arial" panose="020B0604020202020204" pitchFamily="34" charset="0"/>
              <a:buChar char="•"/>
            </a:pPr>
            <a:r>
              <a:rPr lang="en-GB"/>
              <a:t>You and Wellcome – i.e. for Wellcome and for your role within it</a:t>
            </a:r>
          </a:p>
        </p:txBody>
      </p:sp>
      <p:sp>
        <p:nvSpPr>
          <p:cNvPr id="4" name="Slide Number Placeholder 3"/>
          <p:cNvSpPr>
            <a:spLocks noGrp="1"/>
          </p:cNvSpPr>
          <p:nvPr>
            <p:ph type="sldNum" sz="quarter" idx="5"/>
          </p:nvPr>
        </p:nvSpPr>
        <p:spPr/>
        <p:txBody>
          <a:bodyPr/>
          <a:lstStyle/>
          <a:p>
            <a:fld id="{E8526699-E148-466C-AFDB-5343868BE4F8}" type="slidenum">
              <a:rPr lang="en-GB" smtClean="0"/>
              <a:t>22</a:t>
            </a:fld>
            <a:endParaRPr lang="en-GB"/>
          </a:p>
        </p:txBody>
      </p:sp>
    </p:spTree>
    <p:extLst>
      <p:ext uri="{BB962C8B-B14F-4D97-AF65-F5344CB8AC3E}">
        <p14:creationId xmlns:p14="http://schemas.microsoft.com/office/powerpoint/2010/main" val="40564299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a:t>So here are a couple of examples. They tend to relate to my interests – we don’t have to be in the eighteenth century, it’s just where I gravitate to. Again, I’m not a historian, I might be getting some stuff wrong here.</a:t>
            </a:r>
          </a:p>
          <a:p>
            <a:pPr marL="0" indent="0">
              <a:buFont typeface="Arial" panose="020B0604020202020204" pitchFamily="34" charset="0"/>
              <a:buNone/>
            </a:pPr>
            <a:endParaRPr lang="en-GB"/>
          </a:p>
          <a:p>
            <a:pPr marL="0" indent="0">
              <a:buFont typeface="Arial" panose="020B0604020202020204" pitchFamily="34" charset="0"/>
              <a:buNone/>
            </a:pPr>
            <a:r>
              <a:rPr lang="en-GB"/>
              <a:t>For each one I’ve tried to identify:</a:t>
            </a:r>
          </a:p>
          <a:p>
            <a:pPr marL="171450" indent="-171450">
              <a:buFont typeface="Arial" panose="020B0604020202020204" pitchFamily="34" charset="0"/>
              <a:buChar char="•"/>
            </a:pPr>
            <a:r>
              <a:rPr lang="en-GB"/>
              <a:t>An initial corpus of texts that can be found through catalogue searches or just knowledge of relevant sources</a:t>
            </a:r>
          </a:p>
          <a:p>
            <a:pPr marL="171450" indent="-171450">
              <a:buFont typeface="Arial" panose="020B0604020202020204" pitchFamily="34" charset="0"/>
              <a:buChar char="•"/>
            </a:pPr>
            <a:r>
              <a:rPr lang="en-GB"/>
              <a:t>Reasons it makes a good example</a:t>
            </a:r>
          </a:p>
          <a:p>
            <a:pPr marL="171450" indent="-171450">
              <a:buFont typeface="Arial" panose="020B0604020202020204" pitchFamily="34" charset="0"/>
              <a:buChar char="•"/>
            </a:pPr>
            <a:r>
              <a:rPr lang="en-GB"/>
              <a:t>Points it relates to in Wellcome’s Strategy Guide</a:t>
            </a:r>
          </a:p>
          <a:p>
            <a:pPr marL="0" indent="0">
              <a:buFont typeface="Arial" panose="020B0604020202020204" pitchFamily="34" charset="0"/>
              <a:buNone/>
            </a:pPr>
            <a:endParaRPr lang="en-GB"/>
          </a:p>
          <a:p>
            <a:pPr marL="0" indent="0">
              <a:buFont typeface="Arial" panose="020B0604020202020204" pitchFamily="34" charset="0"/>
              <a:buNone/>
            </a:pPr>
            <a:r>
              <a:rPr lang="en-GB"/>
              <a:t>For regular writing about charlatans, I would probably start by looking in “medical treatises by regulars” – though that is probably a large amount of the collection, so I might want to narrow it down to some cases that either explicitly mention charlatans, quacks etc in the catalogue, or that I happen to be aware of.</a:t>
            </a:r>
          </a:p>
          <a:p>
            <a:pPr marL="171450" indent="-171450">
              <a:buFont typeface="Arial" panose="020B0604020202020204" pitchFamily="34" charset="0"/>
              <a:buChar char="•"/>
            </a:pPr>
            <a:endParaRPr lang="en-GB"/>
          </a:p>
          <a:p>
            <a:pPr marL="0" indent="0">
              <a:buFont typeface="Arial" panose="020B0604020202020204" pitchFamily="34" charset="0"/>
              <a:buNone/>
            </a:pPr>
            <a:r>
              <a:rPr lang="en-GB"/>
              <a:t>Reasons that it might be relevant [read from slide and then] --</a:t>
            </a:r>
          </a:p>
          <a:p>
            <a:pPr marL="171450" indent="-171450">
              <a:buFont typeface="Arial" panose="020B0604020202020204" pitchFamily="34" charset="0"/>
              <a:buChar char="•"/>
            </a:pPr>
            <a:r>
              <a:rPr lang="en-GB"/>
              <a:t>For example, Clowes has a good rant about a charlatan in his “Briefe and necessarie treatise” on the great pox – so of course there is no hint in the catalogue that there are a few pages about some quack called Valentine (nor should there be)</a:t>
            </a:r>
          </a:p>
          <a:p>
            <a:pPr marL="171450" indent="-171450">
              <a:buFont typeface="Arial" panose="020B0604020202020204" pitchFamily="34" charset="0"/>
              <a:buChar char="•"/>
            </a:pPr>
            <a:endParaRPr lang="en-GB"/>
          </a:p>
          <a:p>
            <a:pPr marL="0" indent="0">
              <a:buFont typeface="Arial" panose="020B0604020202020204" pitchFamily="34" charset="0"/>
              <a:buNone/>
            </a:pPr>
            <a:r>
              <a:rPr lang="en-GB"/>
              <a:t>Then points it relates to – power and authority, the authority of the regular, desire to regulate medical practice.</a:t>
            </a:r>
          </a:p>
          <a:p>
            <a:pPr marL="0" indent="0">
              <a:buFont typeface="Arial" panose="020B0604020202020204" pitchFamily="34" charset="0"/>
              <a:buNone/>
            </a:pPr>
            <a:r>
              <a:rPr lang="en-GB"/>
              <a:t>Everyone’s experience of health, a world in which medical knowledge was perhaps less deep and specialised and more widespread, a world in which there were many places to go for medical expertise other than the physicians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Charlatans may be a bit of a personal obsession... for broader interest for the group we could think in terms of a “regulars and irregulars” theme. There is plenty to explore here around medicines and materia medica, access to medicine, knowledge about medicine – doesn’t have to be charlatans.</a:t>
            </a:r>
          </a:p>
        </p:txBody>
      </p:sp>
      <p:sp>
        <p:nvSpPr>
          <p:cNvPr id="4" name="Slide Number Placeholder 3"/>
          <p:cNvSpPr>
            <a:spLocks noGrp="1"/>
          </p:cNvSpPr>
          <p:nvPr>
            <p:ph type="sldNum" sz="quarter" idx="5"/>
          </p:nvPr>
        </p:nvSpPr>
        <p:spPr/>
        <p:txBody>
          <a:bodyPr/>
          <a:lstStyle/>
          <a:p>
            <a:fld id="{E8526699-E148-466C-AFDB-5343868BE4F8}" type="slidenum">
              <a:rPr lang="en-GB" smtClean="0"/>
              <a:t>23</a:t>
            </a:fld>
            <a:endParaRPr lang="en-GB"/>
          </a:p>
        </p:txBody>
      </p:sp>
    </p:spTree>
    <p:extLst>
      <p:ext uri="{BB962C8B-B14F-4D97-AF65-F5344CB8AC3E}">
        <p14:creationId xmlns:p14="http://schemas.microsoft.com/office/powerpoint/2010/main" val="2213969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“Typhus” in scare quotes because notions of disease and what they are evolve, making it tricky to use modern medical terms to refer to disease in the past.</a:t>
            </a:r>
          </a:p>
          <a:p>
            <a:pPr marL="171450" indent="-171450">
              <a:buFont typeface="Arial" panose="020B0604020202020204" pitchFamily="34" charset="0"/>
              <a:buChar char="•"/>
            </a:pPr>
            <a:r>
              <a:rPr lang="en-GB"/>
              <a:t>To what extent are putrid fever, jail fever, camp fever etc etc all seen as the same thing? Are they differentiated at all? Any different symptoms, causes, etc etc?</a:t>
            </a:r>
          </a:p>
          <a:p>
            <a:pPr marL="171450" indent="-171450">
              <a:buFont typeface="Arial" panose="020B0604020202020204" pitchFamily="34" charset="0"/>
              <a:buChar char="•"/>
            </a:pPr>
            <a:r>
              <a:rPr lang="en-GB"/>
              <a:t>Even if they are all the same thing, can we find additional sources in the debate around causation? In mapping out the understanding of the symptoms of the disease</a:t>
            </a:r>
          </a:p>
          <a:p>
            <a:pPr marL="171450" indent="-171450">
              <a:buFont typeface="Arial" panose="020B0604020202020204" pitchFamily="34" charset="0"/>
              <a:buChar char="•"/>
            </a:pPr>
            <a:endParaRPr lang="en-GB"/>
          </a:p>
          <a:p>
            <a:pPr marL="0" indent="0">
              <a:buFont typeface="Arial" panose="020B0604020202020204" pitchFamily="34" charset="0"/>
              <a:buNone/>
            </a:pPr>
            <a:r>
              <a:rPr lang="en-GB"/>
              <a:t>For a “concept of...”, medical dictionaries and books about classification of disease may be a good starting point, but it does depend a bit on the exact question</a:t>
            </a:r>
          </a:p>
          <a:p>
            <a:pPr marL="0" indent="0">
              <a:buFont typeface="Arial" panose="020B0604020202020204" pitchFamily="34" charset="0"/>
              <a:buNone/>
            </a:pPr>
            <a:r>
              <a:rPr lang="en-GB"/>
              <a:t>I think when trying to make sense of terminology it is helpful to have as many “in context” examples as possible, and we may be able to build a corpus of examples through text mining</a:t>
            </a:r>
          </a:p>
          <a:p>
            <a:pPr marL="0" indent="0">
              <a:buFont typeface="Arial" panose="020B0604020202020204" pitchFamily="34" charset="0"/>
              <a:buNone/>
            </a:pPr>
            <a:r>
              <a:rPr lang="en-GB"/>
              <a:t>And concepts of disease seem a bit fuzzy, I think especially in the pre-modern period – some text mining techniques may be good for finding blocks of text that seem to be referring to the same thing, where keywords might fail</a:t>
            </a:r>
          </a:p>
          <a:p>
            <a:pPr marL="0" indent="0">
              <a:buFont typeface="Arial" panose="020B0604020202020204" pitchFamily="34" charset="0"/>
              <a:buNone/>
            </a:pPr>
            <a:endParaRPr lang="en-GB"/>
          </a:p>
          <a:p>
            <a:pPr marL="0" indent="0">
              <a:buFont typeface="Arial" panose="020B0604020202020204" pitchFamily="34" charset="0"/>
              <a:buNone/>
            </a:pPr>
            <a:r>
              <a:rPr lang="en-GB"/>
              <a:t>Power structures and authority – at least in the book I’ve been reading, the argument is made that a lot of the response to jail fever outbreaks had to do with fear of and thus regulation of poor bodies [Siena’s “Rotten Bodies”]</a:t>
            </a:r>
          </a:p>
          <a:p>
            <a:pPr marL="0" indent="0">
              <a:buFont typeface="Arial" panose="020B0604020202020204" pitchFamily="34" charset="0"/>
              <a:buNone/>
            </a:pPr>
            <a:r>
              <a:rPr lang="en-GB"/>
              <a:t>Everyone’s experience of health – fever outbreaks were a threat for everyone, especially people in perceived high risk areas, such as the vicinity of prisons</a:t>
            </a:r>
          </a:p>
          <a:p>
            <a:pPr marL="0" indent="0">
              <a:buFont typeface="Arial" panose="020B0604020202020204" pitchFamily="34" charset="0"/>
              <a:buNone/>
            </a:pPr>
            <a:r>
              <a:rPr lang="en-GB"/>
              <a:t>Obviously an infectious disease</a:t>
            </a:r>
          </a:p>
          <a:p>
            <a:pPr marL="0" indent="0">
              <a:buFont typeface="Arial" panose="020B0604020202020204" pitchFamily="34" charset="0"/>
              <a:buNone/>
            </a:pPr>
            <a:r>
              <a:rPr lang="en-GB"/>
              <a:t>And climate &amp; health, in that it is/was linked to particular environmental conditions</a:t>
            </a:r>
          </a:p>
          <a:p>
            <a:pPr marL="0" indent="0">
              <a:buFont typeface="Arial" panose="020B0604020202020204" pitchFamily="34" charset="0"/>
              <a:buNone/>
            </a:pPr>
            <a:endParaRPr lang="en-GB"/>
          </a:p>
          <a:p>
            <a:pPr marL="0" indent="0">
              <a:buFont typeface="Arial" panose="020B0604020202020204" pitchFamily="34" charset="0"/>
              <a:buNone/>
            </a:pPr>
            <a:endParaRPr lang="en-GB"/>
          </a:p>
          <a:p>
            <a:pPr marL="0" indent="0">
              <a:buFont typeface="Arial" panose="020B0604020202020204" pitchFamily="34" charset="0"/>
              <a:buNone/>
            </a:pPr>
            <a:r>
              <a:rPr lang="en-GB"/>
              <a:t>Again, it’s just an example. Can swap in a variety of conditions here for other “concept of...” themes. Melancholy is one other possibility, and perhaps that ticks the “well studied area” box, too.</a:t>
            </a:r>
          </a:p>
        </p:txBody>
      </p:sp>
      <p:sp>
        <p:nvSpPr>
          <p:cNvPr id="4" name="Slide Number Placeholder 3"/>
          <p:cNvSpPr>
            <a:spLocks noGrp="1"/>
          </p:cNvSpPr>
          <p:nvPr>
            <p:ph type="sldNum" sz="quarter" idx="5"/>
          </p:nvPr>
        </p:nvSpPr>
        <p:spPr/>
        <p:txBody>
          <a:bodyPr/>
          <a:lstStyle/>
          <a:p>
            <a:fld id="{E8526699-E148-466C-AFDB-5343868BE4F8}" type="slidenum">
              <a:rPr lang="en-GB" smtClean="0"/>
              <a:t>24</a:t>
            </a:fld>
            <a:endParaRPr lang="en-GB"/>
          </a:p>
        </p:txBody>
      </p:sp>
    </p:spTree>
    <p:extLst>
      <p:ext uri="{BB962C8B-B14F-4D97-AF65-F5344CB8AC3E}">
        <p14:creationId xmlns:p14="http://schemas.microsoft.com/office/powerpoint/2010/main" val="4097386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“Bad air” – not a great title, but thinking here about the idea of disease being spread through contaminated air</a:t>
            </a:r>
          </a:p>
          <a:p>
            <a:r>
              <a:rPr lang="en-GB"/>
              <a:t>Getting (even further) from my comfort zone here, but as I understand it there is debate in the eighteenth century about disease being caused through bad air vs corrupt bodies and perhaps other possibilities</a:t>
            </a:r>
          </a:p>
          <a:p>
            <a:r>
              <a:rPr lang="en-GB"/>
              <a:t>Initial corpus might be general texts, or could focus on one or a few diseases where this is especially relevant (typhus would be one)</a:t>
            </a:r>
          </a:p>
          <a:p>
            <a:r>
              <a:rPr lang="en-GB"/>
              <a:t>I think again it’s probably discussed a lot in texts that are about other topics, because the transmission of disease is likely to come up a lot</a:t>
            </a:r>
          </a:p>
          <a:p>
            <a:r>
              <a:rPr lang="en-GB"/>
              <a:t>And conceptual enough to be a bit hard to find</a:t>
            </a:r>
          </a:p>
          <a:p>
            <a:r>
              <a:rPr lang="en-GB"/>
              <a:t>I think it’s probably well studied too</a:t>
            </a:r>
          </a:p>
          <a:p>
            <a:r>
              <a:rPr lang="en-GB"/>
              <a:t>And I think fairly obviously relates to climate and infectious disease</a:t>
            </a:r>
          </a:p>
        </p:txBody>
      </p:sp>
      <p:sp>
        <p:nvSpPr>
          <p:cNvPr id="4" name="Slide Number Placeholder 3"/>
          <p:cNvSpPr>
            <a:spLocks noGrp="1"/>
          </p:cNvSpPr>
          <p:nvPr>
            <p:ph type="sldNum" sz="quarter" idx="5"/>
          </p:nvPr>
        </p:nvSpPr>
        <p:spPr/>
        <p:txBody>
          <a:bodyPr/>
          <a:lstStyle/>
          <a:p>
            <a:fld id="{E8526699-E148-466C-AFDB-5343868BE4F8}" type="slidenum">
              <a:rPr lang="en-GB" smtClean="0"/>
              <a:t>25</a:t>
            </a:fld>
            <a:endParaRPr lang="en-GB"/>
          </a:p>
        </p:txBody>
      </p:sp>
    </p:spTree>
    <p:extLst>
      <p:ext uri="{BB962C8B-B14F-4D97-AF65-F5344CB8AC3E}">
        <p14:creationId xmlns:p14="http://schemas.microsoft.com/office/powerpoint/2010/main" val="1290120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So here are some prompts for discussion. I’d appreciate any thoughts about any of this, including by other channels later.</a:t>
            </a:r>
          </a:p>
          <a:p>
            <a:endParaRPr lang="en-GB"/>
          </a:p>
          <a:p>
            <a:pPr marL="0" indent="0">
              <a:buFont typeface="Arial" panose="020B0604020202020204" pitchFamily="34" charset="0"/>
              <a:buNone/>
            </a:pPr>
            <a:r>
              <a:rPr lang="en-GB" sz="2800"/>
              <a:t>Subjects/themes where sources are fragmentary or invisible</a:t>
            </a:r>
          </a:p>
          <a:p>
            <a:pPr marL="0" indent="0">
              <a:buFont typeface="Arial" panose="020B0604020202020204" pitchFamily="34" charset="0"/>
              <a:buNone/>
            </a:pPr>
            <a:r>
              <a:rPr lang="en-GB" sz="2800"/>
              <a:t>What difficulties do you meet in catalogue searches?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2800"/>
              <a:t>	Are there workarounds that you use? (e.g. non-public aids)</a:t>
            </a:r>
          </a:p>
          <a:p>
            <a:pPr marL="0" indent="0">
              <a:buFont typeface="Arial" panose="020B0604020202020204" pitchFamily="34" charset="0"/>
              <a:buNone/>
            </a:pPr>
            <a:r>
              <a:rPr lang="en-GB" sz="2800"/>
              <a:t>How would you like to be able to search?</a:t>
            </a:r>
          </a:p>
          <a:p>
            <a:pPr marL="269875" lvl="2" indent="0">
              <a:buFont typeface="Arial" panose="020B0604020202020204" pitchFamily="34" charset="0"/>
              <a:buNone/>
            </a:pPr>
            <a:r>
              <a:rPr lang="en-GB" sz="2800"/>
              <a:t>Alternatively, what can’t you do with the catalogue now?</a:t>
            </a:r>
          </a:p>
          <a:p>
            <a:pPr marL="0" lvl="1" indent="0">
              <a:buFont typeface="Arial" panose="020B0604020202020204" pitchFamily="34" charset="0"/>
              <a:buNone/>
            </a:pPr>
            <a:r>
              <a:rPr lang="en-GB" sz="2800" b="0"/>
              <a:t>Are you working on something that this project might help with?</a:t>
            </a:r>
          </a:p>
          <a:p>
            <a:pPr marL="457200" lvl="2" indent="0">
              <a:buFont typeface="Arial" panose="020B0604020202020204" pitchFamily="34" charset="0"/>
              <a:buNone/>
            </a:pPr>
            <a:r>
              <a:rPr lang="en-GB" sz="2800" b="0"/>
              <a:t>Just on this one, you wouldn’t want to rely on this project to deliver anything critical, but piggybacking on something you’re already doing might help to use your time efficiently</a:t>
            </a:r>
          </a:p>
        </p:txBody>
      </p:sp>
      <p:sp>
        <p:nvSpPr>
          <p:cNvPr id="4" name="Slide Number Placeholder 3"/>
          <p:cNvSpPr>
            <a:spLocks noGrp="1"/>
          </p:cNvSpPr>
          <p:nvPr>
            <p:ph type="sldNum" sz="quarter" idx="5"/>
          </p:nvPr>
        </p:nvSpPr>
        <p:spPr/>
        <p:txBody>
          <a:bodyPr/>
          <a:lstStyle/>
          <a:p>
            <a:fld id="{E8526699-E148-466C-AFDB-5343868BE4F8}" type="slidenum">
              <a:rPr lang="en-GB" smtClean="0"/>
              <a:t>26</a:t>
            </a:fld>
            <a:endParaRPr lang="en-GB"/>
          </a:p>
        </p:txBody>
      </p:sp>
    </p:spTree>
    <p:extLst>
      <p:ext uri="{BB962C8B-B14F-4D97-AF65-F5344CB8AC3E}">
        <p14:creationId xmlns:p14="http://schemas.microsoft.com/office/powerpoint/2010/main" val="9589644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That third question is both “you as an individual” and “you, Wellcome Collection more broadly”</a:t>
            </a:r>
          </a:p>
        </p:txBody>
      </p:sp>
      <p:sp>
        <p:nvSpPr>
          <p:cNvPr id="4" name="Slide Number Placeholder 3"/>
          <p:cNvSpPr>
            <a:spLocks noGrp="1"/>
          </p:cNvSpPr>
          <p:nvPr>
            <p:ph type="sldNum" sz="quarter" idx="5"/>
          </p:nvPr>
        </p:nvSpPr>
        <p:spPr/>
        <p:txBody>
          <a:bodyPr/>
          <a:lstStyle/>
          <a:p>
            <a:fld id="{E8526699-E148-466C-AFDB-5343868BE4F8}" type="slidenum">
              <a:rPr lang="en-GB" smtClean="0"/>
              <a:t>27</a:t>
            </a:fld>
            <a:endParaRPr lang="en-GB"/>
          </a:p>
        </p:txBody>
      </p:sp>
    </p:spTree>
    <p:extLst>
      <p:ext uri="{BB962C8B-B14F-4D97-AF65-F5344CB8AC3E}">
        <p14:creationId xmlns:p14="http://schemas.microsoft.com/office/powerpoint/2010/main" val="20391026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8526699-E148-466C-AFDB-5343868BE4F8}" type="slidenum">
              <a:rPr lang="en-GB" smtClean="0"/>
              <a:t>28</a:t>
            </a:fld>
            <a:endParaRPr lang="en-GB"/>
          </a:p>
        </p:txBody>
      </p:sp>
    </p:spTree>
    <p:extLst>
      <p:ext uri="{BB962C8B-B14F-4D97-AF65-F5344CB8AC3E}">
        <p14:creationId xmlns:p14="http://schemas.microsoft.com/office/powerpoint/2010/main" val="2874188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D8F2D4-5E9C-ACFE-5B57-34122015E708}"/>
              </a:ext>
            </a:extLst>
          </p:cNvPr>
          <p:cNvSpPr/>
          <p:nvPr userDrawn="1"/>
        </p:nvSpPr>
        <p:spPr>
          <a:xfrm>
            <a:off x="284163" y="284163"/>
            <a:ext cx="11623675" cy="62894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
        <p:nvSpPr>
          <p:cNvPr id="16" name="Picture Placeholder 15">
            <a:extLst>
              <a:ext uri="{FF2B5EF4-FFF2-40B4-BE49-F238E27FC236}">
                <a16:creationId xmlns:a16="http://schemas.microsoft.com/office/drawing/2014/main" id="{9B9AE5C2-A17D-F3B3-334A-BC5E54BAB392}"/>
              </a:ext>
            </a:extLst>
          </p:cNvPr>
          <p:cNvSpPr>
            <a:spLocks noGrp="1"/>
          </p:cNvSpPr>
          <p:nvPr>
            <p:ph type="pic" sz="quarter" idx="10"/>
          </p:nvPr>
        </p:nvSpPr>
        <p:spPr>
          <a:xfrm>
            <a:off x="293691" y="294084"/>
            <a:ext cx="11605415" cy="6271022"/>
          </a:xfrm>
          <a:custGeom>
            <a:avLst/>
            <a:gdLst>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00638 w 11623676"/>
              <a:gd name="connsiteY5" fmla="*/ 6289675 h 6289675"/>
              <a:gd name="connsiteX6" fmla="*/ 5100638 w 11623676"/>
              <a:gd name="connsiteY6" fmla="*/ 2459038 h 6289675"/>
              <a:gd name="connsiteX7" fmla="*/ 0 w 11623676"/>
              <a:gd name="connsiteY7" fmla="*/ 2459038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2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4899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2511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50679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42320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5535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0684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76540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2564 w 11623676"/>
              <a:gd name="connsiteY5" fmla="*/ 6288481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87287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22104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08986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23676" h="6289675">
                <a:moveTo>
                  <a:pt x="0" y="0"/>
                </a:moveTo>
                <a:lnTo>
                  <a:pt x="9921875" y="0"/>
                </a:lnTo>
                <a:lnTo>
                  <a:pt x="9921875" y="1711952"/>
                </a:lnTo>
                <a:lnTo>
                  <a:pt x="11623676" y="1708369"/>
                </a:lnTo>
                <a:lnTo>
                  <a:pt x="11623676" y="6289675"/>
                </a:lnTo>
                <a:lnTo>
                  <a:pt x="5108986" y="6286092"/>
                </a:lnTo>
                <a:cubicBezTo>
                  <a:pt x="5108588" y="5009213"/>
                  <a:pt x="5110576" y="3722782"/>
                  <a:pt x="5110178" y="2445903"/>
                </a:cubicBezTo>
                <a:lnTo>
                  <a:pt x="1193" y="2447096"/>
                </a:lnTo>
                <a:cubicBezTo>
                  <a:pt x="795" y="1631397"/>
                  <a:pt x="398" y="815699"/>
                  <a:pt x="0" y="0"/>
                </a:cubicBezTo>
                <a:close/>
              </a:path>
            </a:pathLst>
          </a:custGeom>
          <a:solidFill>
            <a:schemeClr val="bg1">
              <a:lumMod val="85000"/>
            </a:schemeClr>
          </a:solidFill>
          <a:ln w="19050">
            <a:noFill/>
          </a:ln>
        </p:spPr>
        <p:txBody>
          <a:bodyPr wrap="square">
            <a:noAutofit/>
          </a:bodyPr>
          <a:lstStyle/>
          <a:p>
            <a:r>
              <a:rPr lang="en-GB"/>
              <a:t>Click icon to add picture</a:t>
            </a:r>
          </a:p>
        </p:txBody>
      </p:sp>
      <p:sp>
        <p:nvSpPr>
          <p:cNvPr id="7" name="Rectangle 6">
            <a:extLst>
              <a:ext uri="{FF2B5EF4-FFF2-40B4-BE49-F238E27FC236}">
                <a16:creationId xmlns:a16="http://schemas.microsoft.com/office/drawing/2014/main" id="{287FD12B-4DF0-18D6-1F3C-10055179B50D}"/>
              </a:ext>
            </a:extLst>
          </p:cNvPr>
          <p:cNvSpPr/>
          <p:nvPr userDrawn="1"/>
        </p:nvSpPr>
        <p:spPr>
          <a:xfrm>
            <a:off x="284163" y="2743201"/>
            <a:ext cx="5100637" cy="214572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8" name="Rectangle 7">
            <a:extLst>
              <a:ext uri="{FF2B5EF4-FFF2-40B4-BE49-F238E27FC236}">
                <a16:creationId xmlns:a16="http://schemas.microsoft.com/office/drawing/2014/main" id="{206A9A88-330A-1D1B-7639-29F93FEA9B15}"/>
              </a:ext>
            </a:extLst>
          </p:cNvPr>
          <p:cNvSpPr/>
          <p:nvPr userDrawn="1"/>
        </p:nvSpPr>
        <p:spPr>
          <a:xfrm>
            <a:off x="284163" y="4888922"/>
            <a:ext cx="5100637" cy="16849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568325" y="2743201"/>
            <a:ext cx="4535488" cy="2145722"/>
          </a:xfrm>
        </p:spPr>
        <p:txBody>
          <a:bodyPr anchor="ctr" anchorCtr="0"/>
          <a:lstStyle>
            <a:lvl1pPr algn="l">
              <a:defRPr sz="48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568324" y="4888922"/>
            <a:ext cx="4535489" cy="1684916"/>
          </a:xfrm>
        </p:spPr>
        <p:txBody>
          <a:bodyPr anchor="ctr" anchorCtr="0"/>
          <a:lstStyle>
            <a:lvl1pPr marL="0" indent="0" algn="l">
              <a:spcAft>
                <a:spcPts val="0"/>
              </a:spcAft>
              <a:buNone/>
              <a:defRPr sz="1600">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grpSp>
        <p:nvGrpSpPr>
          <p:cNvPr id="19" name="Group 18">
            <a:extLst>
              <a:ext uri="{FF2B5EF4-FFF2-40B4-BE49-F238E27FC236}">
                <a16:creationId xmlns:a16="http://schemas.microsoft.com/office/drawing/2014/main" id="{7A72C5D7-9238-6093-13E0-3496077F0885}"/>
              </a:ext>
            </a:extLst>
          </p:cNvPr>
          <p:cNvGrpSpPr>
            <a:grpSpLocks noChangeAspect="1"/>
          </p:cNvGrpSpPr>
          <p:nvPr userDrawn="1"/>
        </p:nvGrpSpPr>
        <p:grpSpPr>
          <a:xfrm>
            <a:off x="10206038" y="281224"/>
            <a:ext cx="1701799" cy="1707726"/>
            <a:chOff x="2857500" y="180976"/>
            <a:chExt cx="5924550" cy="5945187"/>
          </a:xfrm>
        </p:grpSpPr>
        <p:sp>
          <p:nvSpPr>
            <p:cNvPr id="20" name="Rectangle 5">
              <a:extLst>
                <a:ext uri="{FF2B5EF4-FFF2-40B4-BE49-F238E27FC236}">
                  <a16:creationId xmlns:a16="http://schemas.microsoft.com/office/drawing/2014/main" id="{1BDD3A87-F94A-5935-C19A-B43B47E4511B}"/>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21" name="Freeform 7">
              <a:extLst>
                <a:ext uri="{FF2B5EF4-FFF2-40B4-BE49-F238E27FC236}">
                  <a16:creationId xmlns:a16="http://schemas.microsoft.com/office/drawing/2014/main" id="{02DF7797-B46E-8541-F1D2-FFB63E78CCC2}"/>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8">
              <a:extLst>
                <a:ext uri="{FF2B5EF4-FFF2-40B4-BE49-F238E27FC236}">
                  <a16:creationId xmlns:a16="http://schemas.microsoft.com/office/drawing/2014/main" id="{07C0DBDD-1BCE-9F03-BF8A-4449C6A7E7E1}"/>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9">
              <a:extLst>
                <a:ext uri="{FF2B5EF4-FFF2-40B4-BE49-F238E27FC236}">
                  <a16:creationId xmlns:a16="http://schemas.microsoft.com/office/drawing/2014/main" id="{E8952F56-6955-AEA3-17E3-472E9F76A6D5}"/>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10">
              <a:extLst>
                <a:ext uri="{FF2B5EF4-FFF2-40B4-BE49-F238E27FC236}">
                  <a16:creationId xmlns:a16="http://schemas.microsoft.com/office/drawing/2014/main" id="{AEAB4482-B124-8CEC-1998-FD3A3DE8E998}"/>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Freeform 11">
              <a:extLst>
                <a:ext uri="{FF2B5EF4-FFF2-40B4-BE49-F238E27FC236}">
                  <a16:creationId xmlns:a16="http://schemas.microsoft.com/office/drawing/2014/main" id="{DB1E9115-CB0A-481C-D7A1-CB98A3DA37F6}"/>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Freeform 12">
              <a:extLst>
                <a:ext uri="{FF2B5EF4-FFF2-40B4-BE49-F238E27FC236}">
                  <a16:creationId xmlns:a16="http://schemas.microsoft.com/office/drawing/2014/main" id="{1D08DA13-3031-09FC-A7E1-302616E79A41}"/>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Rectangle 13">
              <a:extLst>
                <a:ext uri="{FF2B5EF4-FFF2-40B4-BE49-F238E27FC236}">
                  <a16:creationId xmlns:a16="http://schemas.microsoft.com/office/drawing/2014/main" id="{70ED91D8-BF04-DF61-83F0-A2D2B0C7CBDF}"/>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14">
              <a:extLst>
                <a:ext uri="{FF2B5EF4-FFF2-40B4-BE49-F238E27FC236}">
                  <a16:creationId xmlns:a16="http://schemas.microsoft.com/office/drawing/2014/main" id="{7FF3B334-839A-9BAC-C5C8-CCACDA1578AB}"/>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Freeform 15">
              <a:extLst>
                <a:ext uri="{FF2B5EF4-FFF2-40B4-BE49-F238E27FC236}">
                  <a16:creationId xmlns:a16="http://schemas.microsoft.com/office/drawing/2014/main" id="{C1BED1B9-E99D-8453-53C2-1AA3250BE03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0" name="Freeform 16">
              <a:extLst>
                <a:ext uri="{FF2B5EF4-FFF2-40B4-BE49-F238E27FC236}">
                  <a16:creationId xmlns:a16="http://schemas.microsoft.com/office/drawing/2014/main" id="{0C75F0BA-E4DD-6146-DF3E-11895D1BB5C0}"/>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1" name="Freeform 17">
              <a:extLst>
                <a:ext uri="{FF2B5EF4-FFF2-40B4-BE49-F238E27FC236}">
                  <a16:creationId xmlns:a16="http://schemas.microsoft.com/office/drawing/2014/main" id="{5AFED7E7-6A25-06E8-5E54-0B501805BA67}"/>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18">
              <a:extLst>
                <a:ext uri="{FF2B5EF4-FFF2-40B4-BE49-F238E27FC236}">
                  <a16:creationId xmlns:a16="http://schemas.microsoft.com/office/drawing/2014/main" id="{FE27B279-DE0B-8E33-CA7D-B3AA4E2FB431}"/>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19">
              <a:extLst>
                <a:ext uri="{FF2B5EF4-FFF2-40B4-BE49-F238E27FC236}">
                  <a16:creationId xmlns:a16="http://schemas.microsoft.com/office/drawing/2014/main" id="{CF677E05-356E-B7CF-433C-8A8BEB935A52}"/>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20">
              <a:extLst>
                <a:ext uri="{FF2B5EF4-FFF2-40B4-BE49-F238E27FC236}">
                  <a16:creationId xmlns:a16="http://schemas.microsoft.com/office/drawing/2014/main" id="{7439665E-8420-B18D-35BC-7A106B0F0411}"/>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21">
              <a:extLst>
                <a:ext uri="{FF2B5EF4-FFF2-40B4-BE49-F238E27FC236}">
                  <a16:creationId xmlns:a16="http://schemas.microsoft.com/office/drawing/2014/main" id="{8B393608-7C32-0CE4-DE4C-6F5D726F54D4}"/>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Rectangle 22">
              <a:extLst>
                <a:ext uri="{FF2B5EF4-FFF2-40B4-BE49-F238E27FC236}">
                  <a16:creationId xmlns:a16="http://schemas.microsoft.com/office/drawing/2014/main" id="{741854CE-FC37-0776-3C7A-C19E0D1D1558}"/>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Freeform 23">
              <a:extLst>
                <a:ext uri="{FF2B5EF4-FFF2-40B4-BE49-F238E27FC236}">
                  <a16:creationId xmlns:a16="http://schemas.microsoft.com/office/drawing/2014/main" id="{C67250D9-E873-CC19-523F-5D9AA67FC2E4}"/>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24">
              <a:extLst>
                <a:ext uri="{FF2B5EF4-FFF2-40B4-BE49-F238E27FC236}">
                  <a16:creationId xmlns:a16="http://schemas.microsoft.com/office/drawing/2014/main" id="{0991AB8C-B4C7-9440-B845-B607635CC34A}"/>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25">
              <a:extLst>
                <a:ext uri="{FF2B5EF4-FFF2-40B4-BE49-F238E27FC236}">
                  <a16:creationId xmlns:a16="http://schemas.microsoft.com/office/drawing/2014/main" id="{DCF5F829-4736-E015-161E-235B4E47DD6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Line 26">
              <a:extLst>
                <a:ext uri="{FF2B5EF4-FFF2-40B4-BE49-F238E27FC236}">
                  <a16:creationId xmlns:a16="http://schemas.microsoft.com/office/drawing/2014/main" id="{A65A9DE7-9B92-2BA5-7CB9-B5422094253F}"/>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41" name="Line 27">
              <a:extLst>
                <a:ext uri="{FF2B5EF4-FFF2-40B4-BE49-F238E27FC236}">
                  <a16:creationId xmlns:a16="http://schemas.microsoft.com/office/drawing/2014/main" id="{A8F9F389-85D3-C556-3AC6-F0CCF8F2988B}"/>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42" name="Line 29">
              <a:extLst>
                <a:ext uri="{FF2B5EF4-FFF2-40B4-BE49-F238E27FC236}">
                  <a16:creationId xmlns:a16="http://schemas.microsoft.com/office/drawing/2014/main" id="{3D1C1995-EB3B-A5DE-A8F9-B8BCA9AEBDC0}"/>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Tree>
    <p:extLst>
      <p:ext uri="{BB962C8B-B14F-4D97-AF65-F5344CB8AC3E}">
        <p14:creationId xmlns:p14="http://schemas.microsoft.com/office/powerpoint/2010/main" val="35151433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COLOUR">
    <p:bg>
      <p:bgPr>
        <a:solidFill>
          <a:schemeClr val="accent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4C9706-0E21-8831-C490-E4BDD203002D}"/>
              </a:ext>
            </a:extLst>
          </p:cNvPr>
          <p:cNvSpPr/>
          <p:nvPr userDrawn="1"/>
        </p:nvSpPr>
        <p:spPr>
          <a:xfrm>
            <a:off x="284163" y="2743201"/>
            <a:ext cx="5100637" cy="214572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 name="Rectangle 5">
            <a:extLst>
              <a:ext uri="{FF2B5EF4-FFF2-40B4-BE49-F238E27FC236}">
                <a16:creationId xmlns:a16="http://schemas.microsoft.com/office/drawing/2014/main" id="{63C13EAB-931E-CA81-D81E-894CF048E314}"/>
              </a:ext>
            </a:extLst>
          </p:cNvPr>
          <p:cNvSpPr/>
          <p:nvPr userDrawn="1"/>
        </p:nvSpPr>
        <p:spPr>
          <a:xfrm>
            <a:off x="284163" y="4888922"/>
            <a:ext cx="5100637" cy="1684915"/>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568325" y="2743201"/>
            <a:ext cx="4535488" cy="2145721"/>
          </a:xfrm>
        </p:spPr>
        <p:txBody>
          <a:bodyPr anchor="ctr" anchorCtr="0"/>
          <a:lstStyle>
            <a:lvl1pPr algn="l">
              <a:defRPr sz="48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568324" y="4888920"/>
            <a:ext cx="4535489" cy="1684917"/>
          </a:xfrm>
        </p:spPr>
        <p:txBody>
          <a:bodyPr anchor="ctr" anchorCtr="0"/>
          <a:lstStyle>
            <a:lvl1pPr marL="0" indent="0" algn="l">
              <a:spcAft>
                <a:spcPts val="0"/>
              </a:spcAft>
              <a:buNone/>
              <a:defRPr sz="1600">
                <a:solidFill>
                  <a:schemeClr val="bg1"/>
                </a:solidFill>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grpSp>
        <p:nvGrpSpPr>
          <p:cNvPr id="19" name="Group 18">
            <a:extLst>
              <a:ext uri="{FF2B5EF4-FFF2-40B4-BE49-F238E27FC236}">
                <a16:creationId xmlns:a16="http://schemas.microsoft.com/office/drawing/2014/main" id="{7A72C5D7-9238-6093-13E0-3496077F0885}"/>
              </a:ext>
            </a:extLst>
          </p:cNvPr>
          <p:cNvGrpSpPr>
            <a:grpSpLocks noChangeAspect="1"/>
          </p:cNvGrpSpPr>
          <p:nvPr userDrawn="1"/>
        </p:nvGrpSpPr>
        <p:grpSpPr>
          <a:xfrm>
            <a:off x="10206038" y="281224"/>
            <a:ext cx="1701799" cy="1707726"/>
            <a:chOff x="2857500" y="180976"/>
            <a:chExt cx="5924550" cy="5945187"/>
          </a:xfrm>
        </p:grpSpPr>
        <p:sp>
          <p:nvSpPr>
            <p:cNvPr id="20" name="Rectangle 5">
              <a:extLst>
                <a:ext uri="{FF2B5EF4-FFF2-40B4-BE49-F238E27FC236}">
                  <a16:creationId xmlns:a16="http://schemas.microsoft.com/office/drawing/2014/main" id="{1BDD3A87-F94A-5935-C19A-B43B47E4511B}"/>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21" name="Freeform 7">
              <a:extLst>
                <a:ext uri="{FF2B5EF4-FFF2-40B4-BE49-F238E27FC236}">
                  <a16:creationId xmlns:a16="http://schemas.microsoft.com/office/drawing/2014/main" id="{02DF7797-B46E-8541-F1D2-FFB63E78CCC2}"/>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8">
              <a:extLst>
                <a:ext uri="{FF2B5EF4-FFF2-40B4-BE49-F238E27FC236}">
                  <a16:creationId xmlns:a16="http://schemas.microsoft.com/office/drawing/2014/main" id="{07C0DBDD-1BCE-9F03-BF8A-4449C6A7E7E1}"/>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9">
              <a:extLst>
                <a:ext uri="{FF2B5EF4-FFF2-40B4-BE49-F238E27FC236}">
                  <a16:creationId xmlns:a16="http://schemas.microsoft.com/office/drawing/2014/main" id="{E8952F56-6955-AEA3-17E3-472E9F76A6D5}"/>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10">
              <a:extLst>
                <a:ext uri="{FF2B5EF4-FFF2-40B4-BE49-F238E27FC236}">
                  <a16:creationId xmlns:a16="http://schemas.microsoft.com/office/drawing/2014/main" id="{AEAB4482-B124-8CEC-1998-FD3A3DE8E998}"/>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Freeform 11">
              <a:extLst>
                <a:ext uri="{FF2B5EF4-FFF2-40B4-BE49-F238E27FC236}">
                  <a16:creationId xmlns:a16="http://schemas.microsoft.com/office/drawing/2014/main" id="{DB1E9115-CB0A-481C-D7A1-CB98A3DA37F6}"/>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Freeform 12">
              <a:extLst>
                <a:ext uri="{FF2B5EF4-FFF2-40B4-BE49-F238E27FC236}">
                  <a16:creationId xmlns:a16="http://schemas.microsoft.com/office/drawing/2014/main" id="{1D08DA13-3031-09FC-A7E1-302616E79A41}"/>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Rectangle 13">
              <a:extLst>
                <a:ext uri="{FF2B5EF4-FFF2-40B4-BE49-F238E27FC236}">
                  <a16:creationId xmlns:a16="http://schemas.microsoft.com/office/drawing/2014/main" id="{70ED91D8-BF04-DF61-83F0-A2D2B0C7CBDF}"/>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14">
              <a:extLst>
                <a:ext uri="{FF2B5EF4-FFF2-40B4-BE49-F238E27FC236}">
                  <a16:creationId xmlns:a16="http://schemas.microsoft.com/office/drawing/2014/main" id="{7FF3B334-839A-9BAC-C5C8-CCACDA1578AB}"/>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Freeform 15">
              <a:extLst>
                <a:ext uri="{FF2B5EF4-FFF2-40B4-BE49-F238E27FC236}">
                  <a16:creationId xmlns:a16="http://schemas.microsoft.com/office/drawing/2014/main" id="{C1BED1B9-E99D-8453-53C2-1AA3250BE03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0" name="Freeform 16">
              <a:extLst>
                <a:ext uri="{FF2B5EF4-FFF2-40B4-BE49-F238E27FC236}">
                  <a16:creationId xmlns:a16="http://schemas.microsoft.com/office/drawing/2014/main" id="{0C75F0BA-E4DD-6146-DF3E-11895D1BB5C0}"/>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1" name="Freeform 17">
              <a:extLst>
                <a:ext uri="{FF2B5EF4-FFF2-40B4-BE49-F238E27FC236}">
                  <a16:creationId xmlns:a16="http://schemas.microsoft.com/office/drawing/2014/main" id="{5AFED7E7-6A25-06E8-5E54-0B501805BA67}"/>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18">
              <a:extLst>
                <a:ext uri="{FF2B5EF4-FFF2-40B4-BE49-F238E27FC236}">
                  <a16:creationId xmlns:a16="http://schemas.microsoft.com/office/drawing/2014/main" id="{FE27B279-DE0B-8E33-CA7D-B3AA4E2FB431}"/>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19">
              <a:extLst>
                <a:ext uri="{FF2B5EF4-FFF2-40B4-BE49-F238E27FC236}">
                  <a16:creationId xmlns:a16="http://schemas.microsoft.com/office/drawing/2014/main" id="{CF677E05-356E-B7CF-433C-8A8BEB935A52}"/>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20">
              <a:extLst>
                <a:ext uri="{FF2B5EF4-FFF2-40B4-BE49-F238E27FC236}">
                  <a16:creationId xmlns:a16="http://schemas.microsoft.com/office/drawing/2014/main" id="{7439665E-8420-B18D-35BC-7A106B0F0411}"/>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21">
              <a:extLst>
                <a:ext uri="{FF2B5EF4-FFF2-40B4-BE49-F238E27FC236}">
                  <a16:creationId xmlns:a16="http://schemas.microsoft.com/office/drawing/2014/main" id="{8B393608-7C32-0CE4-DE4C-6F5D726F54D4}"/>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Rectangle 22">
              <a:extLst>
                <a:ext uri="{FF2B5EF4-FFF2-40B4-BE49-F238E27FC236}">
                  <a16:creationId xmlns:a16="http://schemas.microsoft.com/office/drawing/2014/main" id="{741854CE-FC37-0776-3C7A-C19E0D1D1558}"/>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Freeform 23">
              <a:extLst>
                <a:ext uri="{FF2B5EF4-FFF2-40B4-BE49-F238E27FC236}">
                  <a16:creationId xmlns:a16="http://schemas.microsoft.com/office/drawing/2014/main" id="{C67250D9-E873-CC19-523F-5D9AA67FC2E4}"/>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24">
              <a:extLst>
                <a:ext uri="{FF2B5EF4-FFF2-40B4-BE49-F238E27FC236}">
                  <a16:creationId xmlns:a16="http://schemas.microsoft.com/office/drawing/2014/main" id="{0991AB8C-B4C7-9440-B845-B607635CC34A}"/>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25">
              <a:extLst>
                <a:ext uri="{FF2B5EF4-FFF2-40B4-BE49-F238E27FC236}">
                  <a16:creationId xmlns:a16="http://schemas.microsoft.com/office/drawing/2014/main" id="{DCF5F829-4736-E015-161E-235B4E47DD6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Line 26">
              <a:extLst>
                <a:ext uri="{FF2B5EF4-FFF2-40B4-BE49-F238E27FC236}">
                  <a16:creationId xmlns:a16="http://schemas.microsoft.com/office/drawing/2014/main" id="{A65A9DE7-9B92-2BA5-7CB9-B5422094253F}"/>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41" name="Line 27">
              <a:extLst>
                <a:ext uri="{FF2B5EF4-FFF2-40B4-BE49-F238E27FC236}">
                  <a16:creationId xmlns:a16="http://schemas.microsoft.com/office/drawing/2014/main" id="{A8F9F389-85D3-C556-3AC6-F0CCF8F2988B}"/>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42" name="Line 29">
              <a:extLst>
                <a:ext uri="{FF2B5EF4-FFF2-40B4-BE49-F238E27FC236}">
                  <a16:creationId xmlns:a16="http://schemas.microsoft.com/office/drawing/2014/main" id="{3D1C1995-EB3B-A5DE-A8F9-B8BCA9AEBDC0}"/>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7" name="Picture Placeholder 15">
            <a:extLst>
              <a:ext uri="{FF2B5EF4-FFF2-40B4-BE49-F238E27FC236}">
                <a16:creationId xmlns:a16="http://schemas.microsoft.com/office/drawing/2014/main" id="{5D1D2216-D7DA-7473-E185-646FAE57E4DD}"/>
              </a:ext>
            </a:extLst>
          </p:cNvPr>
          <p:cNvSpPr>
            <a:spLocks noGrp="1"/>
          </p:cNvSpPr>
          <p:nvPr>
            <p:ph type="pic" sz="quarter" idx="10"/>
          </p:nvPr>
        </p:nvSpPr>
        <p:spPr>
          <a:xfrm>
            <a:off x="293691" y="294084"/>
            <a:ext cx="11605415" cy="6271022"/>
          </a:xfrm>
          <a:custGeom>
            <a:avLst/>
            <a:gdLst>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00638 w 11623676"/>
              <a:gd name="connsiteY5" fmla="*/ 6289675 h 6289675"/>
              <a:gd name="connsiteX6" fmla="*/ 5100638 w 11623676"/>
              <a:gd name="connsiteY6" fmla="*/ 2459038 h 6289675"/>
              <a:gd name="connsiteX7" fmla="*/ 0 w 11623676"/>
              <a:gd name="connsiteY7" fmla="*/ 2459038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2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4899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2511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00638 w 11623676"/>
              <a:gd name="connsiteY6" fmla="*/ 2459038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50679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22103 w 11623676"/>
              <a:gd name="connsiteY6" fmla="*/ 2442320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0 w 11623676"/>
              <a:gd name="connsiteY7" fmla="*/ 2459038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0478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5535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4787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0684 w 11623676"/>
              <a:gd name="connsiteY2" fmla="*/ 1713147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0178 w 11623676"/>
              <a:gd name="connsiteY5" fmla="*/ 6286093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76540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2564 w 11623676"/>
              <a:gd name="connsiteY5" fmla="*/ 6288481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11371 w 11623676"/>
              <a:gd name="connsiteY5" fmla="*/ 6287287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22104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 name="connsiteX0" fmla="*/ 0 w 11623676"/>
              <a:gd name="connsiteY0" fmla="*/ 0 h 6289675"/>
              <a:gd name="connsiteX1" fmla="*/ 9921875 w 11623676"/>
              <a:gd name="connsiteY1" fmla="*/ 0 h 6289675"/>
              <a:gd name="connsiteX2" fmla="*/ 9921875 w 11623676"/>
              <a:gd name="connsiteY2" fmla="*/ 1711952 h 6289675"/>
              <a:gd name="connsiteX3" fmla="*/ 11623676 w 11623676"/>
              <a:gd name="connsiteY3" fmla="*/ 1708369 h 6289675"/>
              <a:gd name="connsiteX4" fmla="*/ 11623676 w 11623676"/>
              <a:gd name="connsiteY4" fmla="*/ 6289675 h 6289675"/>
              <a:gd name="connsiteX5" fmla="*/ 5108986 w 11623676"/>
              <a:gd name="connsiteY5" fmla="*/ 6286092 h 6289675"/>
              <a:gd name="connsiteX6" fmla="*/ 5110178 w 11623676"/>
              <a:gd name="connsiteY6" fmla="*/ 2445903 h 6289675"/>
              <a:gd name="connsiteX7" fmla="*/ 1193 w 11623676"/>
              <a:gd name="connsiteY7" fmla="*/ 2447096 h 6289675"/>
              <a:gd name="connsiteX8" fmla="*/ 0 w 11623676"/>
              <a:gd name="connsiteY8" fmla="*/ 0 h 628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23676" h="6289675">
                <a:moveTo>
                  <a:pt x="0" y="0"/>
                </a:moveTo>
                <a:lnTo>
                  <a:pt x="9921875" y="0"/>
                </a:lnTo>
                <a:lnTo>
                  <a:pt x="9921875" y="1711952"/>
                </a:lnTo>
                <a:lnTo>
                  <a:pt x="11623676" y="1708369"/>
                </a:lnTo>
                <a:lnTo>
                  <a:pt x="11623676" y="6289675"/>
                </a:lnTo>
                <a:lnTo>
                  <a:pt x="5108986" y="6286092"/>
                </a:lnTo>
                <a:cubicBezTo>
                  <a:pt x="5108588" y="5009213"/>
                  <a:pt x="5110576" y="3722782"/>
                  <a:pt x="5110178" y="2445903"/>
                </a:cubicBezTo>
                <a:lnTo>
                  <a:pt x="1193" y="2447096"/>
                </a:lnTo>
                <a:cubicBezTo>
                  <a:pt x="795" y="1631397"/>
                  <a:pt x="398" y="815699"/>
                  <a:pt x="0" y="0"/>
                </a:cubicBezTo>
                <a:close/>
              </a:path>
            </a:pathLst>
          </a:custGeom>
          <a:solidFill>
            <a:schemeClr val="bg1">
              <a:lumMod val="85000"/>
            </a:schemeClr>
          </a:solidFill>
          <a:ln w="19050">
            <a:noFill/>
          </a:ln>
        </p:spPr>
        <p:txBody>
          <a:bodyPr wrap="square">
            <a:noAutofit/>
          </a:bodyPr>
          <a:lstStyle/>
          <a:p>
            <a:r>
              <a:rPr lang="en-GB"/>
              <a:t>Click icon to add picture</a:t>
            </a:r>
          </a:p>
        </p:txBody>
      </p:sp>
      <p:sp>
        <p:nvSpPr>
          <p:cNvPr id="8" name="Rectangle 7">
            <a:extLst>
              <a:ext uri="{FF2B5EF4-FFF2-40B4-BE49-F238E27FC236}">
                <a16:creationId xmlns:a16="http://schemas.microsoft.com/office/drawing/2014/main" id="{0B326486-07F2-F8C4-B204-670628C876A5}"/>
              </a:ext>
            </a:extLst>
          </p:cNvPr>
          <p:cNvSpPr/>
          <p:nvPr userDrawn="1"/>
        </p:nvSpPr>
        <p:spPr>
          <a:xfrm>
            <a:off x="284163" y="284163"/>
            <a:ext cx="11623675" cy="6289675"/>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Tree>
    <p:extLst>
      <p:ext uri="{BB962C8B-B14F-4D97-AF65-F5344CB8AC3E}">
        <p14:creationId xmlns:p14="http://schemas.microsoft.com/office/powerpoint/2010/main" val="7567055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Multi">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A480832-174C-35BC-4416-D5822CCEC351}"/>
              </a:ext>
            </a:extLst>
          </p:cNvPr>
          <p:cNvSpPr/>
          <p:nvPr userDrawn="1"/>
        </p:nvSpPr>
        <p:spPr>
          <a:xfrm>
            <a:off x="284164" y="3380330"/>
            <a:ext cx="4535486" cy="3188991"/>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
        <p:nvSpPr>
          <p:cNvPr id="19" name="Rectangle 18">
            <a:extLst>
              <a:ext uri="{FF2B5EF4-FFF2-40B4-BE49-F238E27FC236}">
                <a16:creationId xmlns:a16="http://schemas.microsoft.com/office/drawing/2014/main" id="{94C59E5E-7B64-C1D3-70AC-CBDA05AB5E92}"/>
              </a:ext>
            </a:extLst>
          </p:cNvPr>
          <p:cNvSpPr/>
          <p:nvPr userDrawn="1"/>
        </p:nvSpPr>
        <p:spPr>
          <a:xfrm>
            <a:off x="4816474" y="284163"/>
            <a:ext cx="7088187" cy="4079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
        <p:nvSpPr>
          <p:cNvPr id="7" name="Rectangle 6">
            <a:extLst>
              <a:ext uri="{FF2B5EF4-FFF2-40B4-BE49-F238E27FC236}">
                <a16:creationId xmlns:a16="http://schemas.microsoft.com/office/drawing/2014/main" id="{287FD12B-4DF0-18D6-1F3C-10055179B50D}"/>
              </a:ext>
            </a:extLst>
          </p:cNvPr>
          <p:cNvSpPr/>
          <p:nvPr userDrawn="1"/>
        </p:nvSpPr>
        <p:spPr>
          <a:xfrm>
            <a:off x="1985963" y="1991916"/>
            <a:ext cx="7653337" cy="290604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8" name="Rectangle 7">
            <a:extLst>
              <a:ext uri="{FF2B5EF4-FFF2-40B4-BE49-F238E27FC236}">
                <a16:creationId xmlns:a16="http://schemas.microsoft.com/office/drawing/2014/main" id="{206A9A88-330A-1D1B-7639-29F93FEA9B15}"/>
              </a:ext>
            </a:extLst>
          </p:cNvPr>
          <p:cNvSpPr/>
          <p:nvPr userDrawn="1"/>
        </p:nvSpPr>
        <p:spPr>
          <a:xfrm>
            <a:off x="4819650" y="4899425"/>
            <a:ext cx="852487"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2268539" y="1990447"/>
            <a:ext cx="5953124" cy="1704535"/>
          </a:xfrm>
        </p:spPr>
        <p:txBody>
          <a:bodyPr anchor="ctr" anchorCtr="0"/>
          <a:lstStyle>
            <a:lvl1pPr algn="l">
              <a:defRPr sz="48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2268539" y="3694982"/>
            <a:ext cx="5670550" cy="1229709"/>
          </a:xfrm>
        </p:spPr>
        <p:txBody>
          <a:bodyPr anchor="ctr" anchorCtr="0"/>
          <a:lstStyle>
            <a:lvl1pPr marL="0" indent="0" algn="l">
              <a:spcAft>
                <a:spcPts val="0"/>
              </a:spcAft>
              <a:buNone/>
              <a:defRPr sz="1600">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50" name="Rectangle 49">
            <a:extLst>
              <a:ext uri="{FF2B5EF4-FFF2-40B4-BE49-F238E27FC236}">
                <a16:creationId xmlns:a16="http://schemas.microsoft.com/office/drawing/2014/main" id="{B3BF3560-3CD1-0B64-03EA-D256199991D0}"/>
              </a:ext>
            </a:extLst>
          </p:cNvPr>
          <p:cNvSpPr/>
          <p:nvPr userDrawn="1"/>
        </p:nvSpPr>
        <p:spPr>
          <a:xfrm>
            <a:off x="5672137" y="4899425"/>
            <a:ext cx="847725"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1" name="Rectangle 50">
            <a:extLst>
              <a:ext uri="{FF2B5EF4-FFF2-40B4-BE49-F238E27FC236}">
                <a16:creationId xmlns:a16="http://schemas.microsoft.com/office/drawing/2014/main" id="{3170E404-5E3C-3FBF-484E-C38B7B8B1201}"/>
              </a:ext>
            </a:extLst>
          </p:cNvPr>
          <p:cNvSpPr/>
          <p:nvPr userDrawn="1"/>
        </p:nvSpPr>
        <p:spPr>
          <a:xfrm>
            <a:off x="6523038" y="4899425"/>
            <a:ext cx="850900"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2" name="Rectangle 51">
            <a:extLst>
              <a:ext uri="{FF2B5EF4-FFF2-40B4-BE49-F238E27FC236}">
                <a16:creationId xmlns:a16="http://schemas.microsoft.com/office/drawing/2014/main" id="{1A999DE3-E86C-A102-47F6-4FACE3E8D029}"/>
              </a:ext>
            </a:extLst>
          </p:cNvPr>
          <p:cNvSpPr/>
          <p:nvPr userDrawn="1"/>
        </p:nvSpPr>
        <p:spPr>
          <a:xfrm>
            <a:off x="7373938" y="4899425"/>
            <a:ext cx="850900"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6" name="Rectangle 55">
            <a:extLst>
              <a:ext uri="{FF2B5EF4-FFF2-40B4-BE49-F238E27FC236}">
                <a16:creationId xmlns:a16="http://schemas.microsoft.com/office/drawing/2014/main" id="{C9233BE1-3AEE-3BAE-81BA-7A0BC2CE4544}"/>
              </a:ext>
            </a:extLst>
          </p:cNvPr>
          <p:cNvSpPr/>
          <p:nvPr userDrawn="1"/>
        </p:nvSpPr>
        <p:spPr>
          <a:xfrm>
            <a:off x="11056937" y="4894481"/>
            <a:ext cx="847725"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7" name="Rectangle 66">
            <a:extLst>
              <a:ext uri="{FF2B5EF4-FFF2-40B4-BE49-F238E27FC236}">
                <a16:creationId xmlns:a16="http://schemas.microsoft.com/office/drawing/2014/main" id="{11F208DE-5B9E-F53C-1FF3-5BB6E64F20AD}"/>
              </a:ext>
            </a:extLst>
          </p:cNvPr>
          <p:cNvSpPr/>
          <p:nvPr userDrawn="1"/>
        </p:nvSpPr>
        <p:spPr>
          <a:xfrm>
            <a:off x="11056937" y="4365625"/>
            <a:ext cx="847726"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grpSp>
        <p:nvGrpSpPr>
          <p:cNvPr id="4" name="Group 3">
            <a:extLst>
              <a:ext uri="{FF2B5EF4-FFF2-40B4-BE49-F238E27FC236}">
                <a16:creationId xmlns:a16="http://schemas.microsoft.com/office/drawing/2014/main" id="{DD37211B-D966-CAD1-1700-8AED7E93093D}"/>
              </a:ext>
            </a:extLst>
          </p:cNvPr>
          <p:cNvGrpSpPr>
            <a:grpSpLocks noChangeAspect="1"/>
          </p:cNvGrpSpPr>
          <p:nvPr userDrawn="1"/>
        </p:nvGrpSpPr>
        <p:grpSpPr>
          <a:xfrm>
            <a:off x="284164" y="285488"/>
            <a:ext cx="1701799" cy="1707726"/>
            <a:chOff x="2857500" y="180976"/>
            <a:chExt cx="5924550" cy="5945187"/>
          </a:xfrm>
        </p:grpSpPr>
        <p:sp>
          <p:nvSpPr>
            <p:cNvPr id="5" name="Rectangle 5">
              <a:extLst>
                <a:ext uri="{FF2B5EF4-FFF2-40B4-BE49-F238E27FC236}">
                  <a16:creationId xmlns:a16="http://schemas.microsoft.com/office/drawing/2014/main" id="{D6A08A39-B4E8-114F-EB40-8851D8DFED3A}"/>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6" name="Freeform 7">
              <a:extLst>
                <a:ext uri="{FF2B5EF4-FFF2-40B4-BE49-F238E27FC236}">
                  <a16:creationId xmlns:a16="http://schemas.microsoft.com/office/drawing/2014/main" id="{D9697553-8DD0-82F1-2FCE-9419C278B55E}"/>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9" name="Freeform 8">
              <a:extLst>
                <a:ext uri="{FF2B5EF4-FFF2-40B4-BE49-F238E27FC236}">
                  <a16:creationId xmlns:a16="http://schemas.microsoft.com/office/drawing/2014/main" id="{FAE76616-2DF2-F2F4-CCAA-23CD3A0D71B9}"/>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0" name="Freeform 9">
              <a:extLst>
                <a:ext uri="{FF2B5EF4-FFF2-40B4-BE49-F238E27FC236}">
                  <a16:creationId xmlns:a16="http://schemas.microsoft.com/office/drawing/2014/main" id="{64338178-4AF6-DDFA-DA3B-F2AD69D44CE4}"/>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1" name="Freeform 10">
              <a:extLst>
                <a:ext uri="{FF2B5EF4-FFF2-40B4-BE49-F238E27FC236}">
                  <a16:creationId xmlns:a16="http://schemas.microsoft.com/office/drawing/2014/main" id="{15189A9E-3CC7-FD5B-BAE3-419ADF4CC36B}"/>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2" name="Freeform 11">
              <a:extLst>
                <a:ext uri="{FF2B5EF4-FFF2-40B4-BE49-F238E27FC236}">
                  <a16:creationId xmlns:a16="http://schemas.microsoft.com/office/drawing/2014/main" id="{139C5A9C-EE7E-9A46-B17E-16881651F02D}"/>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3" name="Freeform 12">
              <a:extLst>
                <a:ext uri="{FF2B5EF4-FFF2-40B4-BE49-F238E27FC236}">
                  <a16:creationId xmlns:a16="http://schemas.microsoft.com/office/drawing/2014/main" id="{FA3E2A20-BEB5-D11C-FF3C-229019B8820B}"/>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4" name="Rectangle 13">
              <a:extLst>
                <a:ext uri="{FF2B5EF4-FFF2-40B4-BE49-F238E27FC236}">
                  <a16:creationId xmlns:a16="http://schemas.microsoft.com/office/drawing/2014/main" id="{A88D7C30-DA42-19B8-3A40-B2FB0F763069}"/>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5" name="Freeform 14">
              <a:extLst>
                <a:ext uri="{FF2B5EF4-FFF2-40B4-BE49-F238E27FC236}">
                  <a16:creationId xmlns:a16="http://schemas.microsoft.com/office/drawing/2014/main" id="{AFAC99C6-EC4B-A647-3BE6-351A0C3E9303}"/>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6" name="Freeform 15">
              <a:extLst>
                <a:ext uri="{FF2B5EF4-FFF2-40B4-BE49-F238E27FC236}">
                  <a16:creationId xmlns:a16="http://schemas.microsoft.com/office/drawing/2014/main" id="{7ADA210B-1468-3929-5D4F-912251EE4797}"/>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7" name="Freeform 16">
              <a:extLst>
                <a:ext uri="{FF2B5EF4-FFF2-40B4-BE49-F238E27FC236}">
                  <a16:creationId xmlns:a16="http://schemas.microsoft.com/office/drawing/2014/main" id="{22965A62-D4A6-C2C2-8AB3-F97CFE7E09AD}"/>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8" name="Freeform 17">
              <a:extLst>
                <a:ext uri="{FF2B5EF4-FFF2-40B4-BE49-F238E27FC236}">
                  <a16:creationId xmlns:a16="http://schemas.microsoft.com/office/drawing/2014/main" id="{E2DCB34C-DCD9-2ECA-34A9-F3E3A5BB63D6}"/>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3" name="Freeform 18">
              <a:extLst>
                <a:ext uri="{FF2B5EF4-FFF2-40B4-BE49-F238E27FC236}">
                  <a16:creationId xmlns:a16="http://schemas.microsoft.com/office/drawing/2014/main" id="{D6209FA1-7F40-0F8C-4F66-B5A3642A1AC3}"/>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4" name="Freeform 19">
              <a:extLst>
                <a:ext uri="{FF2B5EF4-FFF2-40B4-BE49-F238E27FC236}">
                  <a16:creationId xmlns:a16="http://schemas.microsoft.com/office/drawing/2014/main" id="{A4CDF550-343F-735D-4BD3-07CD5E3EFACE}"/>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5" name="Freeform 20">
              <a:extLst>
                <a:ext uri="{FF2B5EF4-FFF2-40B4-BE49-F238E27FC236}">
                  <a16:creationId xmlns:a16="http://schemas.microsoft.com/office/drawing/2014/main" id="{562334CE-E8F5-2EF9-EA7E-DB45D564D790}"/>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6" name="Freeform 21">
              <a:extLst>
                <a:ext uri="{FF2B5EF4-FFF2-40B4-BE49-F238E27FC236}">
                  <a16:creationId xmlns:a16="http://schemas.microsoft.com/office/drawing/2014/main" id="{7C3CD0E1-B45F-4539-F663-5BFA2E9F0AC7}"/>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7" name="Rectangle 22">
              <a:extLst>
                <a:ext uri="{FF2B5EF4-FFF2-40B4-BE49-F238E27FC236}">
                  <a16:creationId xmlns:a16="http://schemas.microsoft.com/office/drawing/2014/main" id="{28841D95-B838-DAAD-D890-A4292C96FD70}"/>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8" name="Freeform 23">
              <a:extLst>
                <a:ext uri="{FF2B5EF4-FFF2-40B4-BE49-F238E27FC236}">
                  <a16:creationId xmlns:a16="http://schemas.microsoft.com/office/drawing/2014/main" id="{B8771829-5C32-9034-E57A-C54C07936B0D}"/>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9" name="Freeform 24">
              <a:extLst>
                <a:ext uri="{FF2B5EF4-FFF2-40B4-BE49-F238E27FC236}">
                  <a16:creationId xmlns:a16="http://schemas.microsoft.com/office/drawing/2014/main" id="{B100799E-E80A-A868-5436-C95E167C74FD}"/>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3" name="Freeform 25">
              <a:extLst>
                <a:ext uri="{FF2B5EF4-FFF2-40B4-BE49-F238E27FC236}">
                  <a16:creationId xmlns:a16="http://schemas.microsoft.com/office/drawing/2014/main" id="{E8A89A4D-6E93-3FD0-51D2-CD53099FD693}"/>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4" name="Line 26">
              <a:extLst>
                <a:ext uri="{FF2B5EF4-FFF2-40B4-BE49-F238E27FC236}">
                  <a16:creationId xmlns:a16="http://schemas.microsoft.com/office/drawing/2014/main" id="{ECB6FD65-BDA5-1FDA-20A5-F3CF86A88F52}"/>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55" name="Line 27">
              <a:extLst>
                <a:ext uri="{FF2B5EF4-FFF2-40B4-BE49-F238E27FC236}">
                  <a16:creationId xmlns:a16="http://schemas.microsoft.com/office/drawing/2014/main" id="{E1EA3153-9349-B100-DB6E-B1FADC356C04}"/>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57" name="Line 29">
              <a:extLst>
                <a:ext uri="{FF2B5EF4-FFF2-40B4-BE49-F238E27FC236}">
                  <a16:creationId xmlns:a16="http://schemas.microsoft.com/office/drawing/2014/main" id="{0C224180-ADEA-BD85-7011-388A3920DB10}"/>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61" name="Picture Placeholder 60">
            <a:extLst>
              <a:ext uri="{FF2B5EF4-FFF2-40B4-BE49-F238E27FC236}">
                <a16:creationId xmlns:a16="http://schemas.microsoft.com/office/drawing/2014/main" id="{BB9D3A98-8646-8C9F-E446-5125661EB843}"/>
              </a:ext>
            </a:extLst>
          </p:cNvPr>
          <p:cNvSpPr>
            <a:spLocks noGrp="1"/>
          </p:cNvSpPr>
          <p:nvPr>
            <p:ph type="pic" sz="quarter" idx="10" hasCustomPrompt="1"/>
          </p:nvPr>
        </p:nvSpPr>
        <p:spPr>
          <a:xfrm>
            <a:off x="4826078" y="295534"/>
            <a:ext cx="7071387" cy="4059238"/>
          </a:xfrm>
          <a:custGeom>
            <a:avLst/>
            <a:gdLst>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11985 w 7077341"/>
              <a:gd name="connsiteY5" fmla="*/ 3638911 h 4081859"/>
              <a:gd name="connsiteX6" fmla="*/ 4811985 w 7077341"/>
              <a:gd name="connsiteY6" fmla="*/ 1707754 h 4081859"/>
              <a:gd name="connsiteX7" fmla="*/ 0 w 7077341"/>
              <a:gd name="connsiteY7" fmla="*/ 1707754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79850 w 7077341"/>
              <a:gd name="connsiteY5" fmla="*/ 3635339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66754 w 7077341"/>
              <a:gd name="connsiteY6" fmla="*/ 1661320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39291 w 7077341"/>
              <a:gd name="connsiteY7" fmla="*/ 1674417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8334 w 7077341"/>
              <a:gd name="connsiteY7" fmla="*/ 1711326 h 4081859"/>
              <a:gd name="connsiteX8" fmla="*/ 0 w 7077341"/>
              <a:gd name="connsiteY8" fmla="*/ 0 h 4081859"/>
              <a:gd name="connsiteX0" fmla="*/ 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0 w 7069007"/>
              <a:gd name="connsiteY8" fmla="*/ 23813 h 4081859"/>
              <a:gd name="connsiteX0" fmla="*/ 5953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5953 w 7069007"/>
              <a:gd name="connsiteY8" fmla="*/ 23813 h 4081859"/>
              <a:gd name="connsiteX0" fmla="*/ 119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1190 w 7069007"/>
              <a:gd name="connsiteY8" fmla="*/ 23813 h 4081859"/>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3908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37958 w 7069007"/>
              <a:gd name="connsiteY3" fmla="*/ 4059237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7816"/>
              <a:gd name="connsiteY0" fmla="*/ 2382 h 4060428"/>
              <a:gd name="connsiteX1" fmla="*/ 7067816 w 7067816"/>
              <a:gd name="connsiteY1" fmla="*/ 0 h 4060428"/>
              <a:gd name="connsiteX2" fmla="*/ 7064244 w 7067816"/>
              <a:gd name="connsiteY2" fmla="*/ 4060428 h 4060428"/>
              <a:gd name="connsiteX3" fmla="*/ 6237958 w 7067816"/>
              <a:gd name="connsiteY3" fmla="*/ 4059237 h 4060428"/>
              <a:gd name="connsiteX4" fmla="*/ 6239148 w 7067816"/>
              <a:gd name="connsiteY4" fmla="*/ 3621052 h 4060428"/>
              <a:gd name="connsiteX5" fmla="*/ 4822700 w 7067816"/>
              <a:gd name="connsiteY5" fmla="*/ 3619861 h 4060428"/>
              <a:gd name="connsiteX6" fmla="*/ 4822701 w 7067816"/>
              <a:gd name="connsiteY6" fmla="*/ 1688705 h 4060428"/>
              <a:gd name="connsiteX7" fmla="*/ 0 w 7067816"/>
              <a:gd name="connsiteY7" fmla="*/ 1689895 h 4060428"/>
              <a:gd name="connsiteX8" fmla="*/ 1190 w 7067816"/>
              <a:gd name="connsiteY8" fmla="*/ 2382 h 4060428"/>
              <a:gd name="connsiteX0" fmla="*/ 1190 w 7069253"/>
              <a:gd name="connsiteY0" fmla="*/ 2382 h 4061619"/>
              <a:gd name="connsiteX1" fmla="*/ 7067816 w 7069253"/>
              <a:gd name="connsiteY1" fmla="*/ 0 h 4061619"/>
              <a:gd name="connsiteX2" fmla="*/ 7069007 w 7069253"/>
              <a:gd name="connsiteY2" fmla="*/ 4061619 h 4061619"/>
              <a:gd name="connsiteX3" fmla="*/ 6237958 w 7069253"/>
              <a:gd name="connsiteY3" fmla="*/ 4059237 h 4061619"/>
              <a:gd name="connsiteX4" fmla="*/ 6239148 w 7069253"/>
              <a:gd name="connsiteY4" fmla="*/ 3621052 h 4061619"/>
              <a:gd name="connsiteX5" fmla="*/ 4822700 w 7069253"/>
              <a:gd name="connsiteY5" fmla="*/ 3619861 h 4061619"/>
              <a:gd name="connsiteX6" fmla="*/ 4822701 w 7069253"/>
              <a:gd name="connsiteY6" fmla="*/ 1688705 h 4061619"/>
              <a:gd name="connsiteX7" fmla="*/ 0 w 7069253"/>
              <a:gd name="connsiteY7" fmla="*/ 1689895 h 4061619"/>
              <a:gd name="connsiteX8" fmla="*/ 1190 w 7069253"/>
              <a:gd name="connsiteY8" fmla="*/ 2382 h 4061619"/>
              <a:gd name="connsiteX0" fmla="*/ 1190 w 7069090"/>
              <a:gd name="connsiteY0" fmla="*/ 2382 h 4061619"/>
              <a:gd name="connsiteX1" fmla="*/ 7059482 w 7069090"/>
              <a:gd name="connsiteY1" fmla="*/ 0 h 4061619"/>
              <a:gd name="connsiteX2" fmla="*/ 7069007 w 7069090"/>
              <a:gd name="connsiteY2" fmla="*/ 4061619 h 4061619"/>
              <a:gd name="connsiteX3" fmla="*/ 6237958 w 7069090"/>
              <a:gd name="connsiteY3" fmla="*/ 4059237 h 4061619"/>
              <a:gd name="connsiteX4" fmla="*/ 6239148 w 7069090"/>
              <a:gd name="connsiteY4" fmla="*/ 3621052 h 4061619"/>
              <a:gd name="connsiteX5" fmla="*/ 4822700 w 7069090"/>
              <a:gd name="connsiteY5" fmla="*/ 3619861 h 4061619"/>
              <a:gd name="connsiteX6" fmla="*/ 4822701 w 7069090"/>
              <a:gd name="connsiteY6" fmla="*/ 1688705 h 4061619"/>
              <a:gd name="connsiteX7" fmla="*/ 0 w 7069090"/>
              <a:gd name="connsiteY7" fmla="*/ 1689895 h 4061619"/>
              <a:gd name="connsiteX8" fmla="*/ 1190 w 7069090"/>
              <a:gd name="connsiteY8" fmla="*/ 2382 h 4061619"/>
              <a:gd name="connsiteX0" fmla="*/ 1190 w 7070197"/>
              <a:gd name="connsiteY0" fmla="*/ 5954 h 4065191"/>
              <a:gd name="connsiteX1" fmla="*/ 7070197 w 7070197"/>
              <a:gd name="connsiteY1" fmla="*/ 0 h 4065191"/>
              <a:gd name="connsiteX2" fmla="*/ 7069007 w 7070197"/>
              <a:gd name="connsiteY2" fmla="*/ 4065191 h 4065191"/>
              <a:gd name="connsiteX3" fmla="*/ 6237958 w 7070197"/>
              <a:gd name="connsiteY3" fmla="*/ 4062809 h 4065191"/>
              <a:gd name="connsiteX4" fmla="*/ 6239148 w 7070197"/>
              <a:gd name="connsiteY4" fmla="*/ 3624624 h 4065191"/>
              <a:gd name="connsiteX5" fmla="*/ 4822700 w 7070197"/>
              <a:gd name="connsiteY5" fmla="*/ 3623433 h 4065191"/>
              <a:gd name="connsiteX6" fmla="*/ 4822701 w 7070197"/>
              <a:gd name="connsiteY6" fmla="*/ 1692277 h 4065191"/>
              <a:gd name="connsiteX7" fmla="*/ 0 w 7070197"/>
              <a:gd name="connsiteY7" fmla="*/ 1693467 h 4065191"/>
              <a:gd name="connsiteX8" fmla="*/ 1190 w 7070197"/>
              <a:gd name="connsiteY8" fmla="*/ 5954 h 4065191"/>
              <a:gd name="connsiteX0" fmla="*/ 1190 w 7071387"/>
              <a:gd name="connsiteY0" fmla="*/ 3573 h 4062810"/>
              <a:gd name="connsiteX1" fmla="*/ 7071387 w 7071387"/>
              <a:gd name="connsiteY1" fmla="*/ 0 h 4062810"/>
              <a:gd name="connsiteX2" fmla="*/ 7069007 w 7071387"/>
              <a:gd name="connsiteY2" fmla="*/ 4062810 h 4062810"/>
              <a:gd name="connsiteX3" fmla="*/ 6237958 w 7071387"/>
              <a:gd name="connsiteY3" fmla="*/ 4060428 h 4062810"/>
              <a:gd name="connsiteX4" fmla="*/ 6239148 w 7071387"/>
              <a:gd name="connsiteY4" fmla="*/ 3622243 h 4062810"/>
              <a:gd name="connsiteX5" fmla="*/ 4822700 w 7071387"/>
              <a:gd name="connsiteY5" fmla="*/ 3621052 h 4062810"/>
              <a:gd name="connsiteX6" fmla="*/ 4822701 w 7071387"/>
              <a:gd name="connsiteY6" fmla="*/ 1689896 h 4062810"/>
              <a:gd name="connsiteX7" fmla="*/ 0 w 7071387"/>
              <a:gd name="connsiteY7" fmla="*/ 1691086 h 4062810"/>
              <a:gd name="connsiteX8" fmla="*/ 1190 w 7071387"/>
              <a:gd name="connsiteY8" fmla="*/ 3573 h 4062810"/>
              <a:gd name="connsiteX0" fmla="*/ 1190 w 7071387"/>
              <a:gd name="connsiteY0" fmla="*/ 0 h 4059237"/>
              <a:gd name="connsiteX1" fmla="*/ 7071387 w 7071387"/>
              <a:gd name="connsiteY1" fmla="*/ 4762 h 4059237"/>
              <a:gd name="connsiteX2" fmla="*/ 7069007 w 7071387"/>
              <a:gd name="connsiteY2" fmla="*/ 4059237 h 4059237"/>
              <a:gd name="connsiteX3" fmla="*/ 6237958 w 7071387"/>
              <a:gd name="connsiteY3" fmla="*/ 4056855 h 4059237"/>
              <a:gd name="connsiteX4" fmla="*/ 6239148 w 7071387"/>
              <a:gd name="connsiteY4" fmla="*/ 3618670 h 4059237"/>
              <a:gd name="connsiteX5" fmla="*/ 4822700 w 7071387"/>
              <a:gd name="connsiteY5" fmla="*/ 3617479 h 4059237"/>
              <a:gd name="connsiteX6" fmla="*/ 4822701 w 7071387"/>
              <a:gd name="connsiteY6" fmla="*/ 1686323 h 4059237"/>
              <a:gd name="connsiteX7" fmla="*/ 0 w 7071387"/>
              <a:gd name="connsiteY7" fmla="*/ 1687513 h 4059237"/>
              <a:gd name="connsiteX8" fmla="*/ 1190 w 7071387"/>
              <a:gd name="connsiteY8" fmla="*/ 0 h 4059237"/>
              <a:gd name="connsiteX0" fmla="*/ 1190 w 7071387"/>
              <a:gd name="connsiteY0" fmla="*/ 1 h 4059238"/>
              <a:gd name="connsiteX1" fmla="*/ 7071387 w 7071387"/>
              <a:gd name="connsiteY1" fmla="*/ 0 h 4059238"/>
              <a:gd name="connsiteX2" fmla="*/ 7069007 w 7071387"/>
              <a:gd name="connsiteY2" fmla="*/ 4059238 h 4059238"/>
              <a:gd name="connsiteX3" fmla="*/ 6237958 w 7071387"/>
              <a:gd name="connsiteY3" fmla="*/ 4056856 h 4059238"/>
              <a:gd name="connsiteX4" fmla="*/ 6239148 w 7071387"/>
              <a:gd name="connsiteY4" fmla="*/ 3618671 h 4059238"/>
              <a:gd name="connsiteX5" fmla="*/ 4822700 w 7071387"/>
              <a:gd name="connsiteY5" fmla="*/ 3617480 h 4059238"/>
              <a:gd name="connsiteX6" fmla="*/ 4822701 w 7071387"/>
              <a:gd name="connsiteY6" fmla="*/ 1686324 h 4059238"/>
              <a:gd name="connsiteX7" fmla="*/ 0 w 7071387"/>
              <a:gd name="connsiteY7" fmla="*/ 1687514 h 4059238"/>
              <a:gd name="connsiteX8" fmla="*/ 1190 w 7071387"/>
              <a:gd name="connsiteY8" fmla="*/ 1 h 4059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71387" h="4059238">
                <a:moveTo>
                  <a:pt x="1190" y="1"/>
                </a:moveTo>
                <a:lnTo>
                  <a:pt x="7071387" y="0"/>
                </a:lnTo>
                <a:cubicBezTo>
                  <a:pt x="7070196" y="1353476"/>
                  <a:pt x="7070198" y="2705762"/>
                  <a:pt x="7069007" y="4059238"/>
                </a:cubicBezTo>
                <a:lnTo>
                  <a:pt x="6237958" y="4056856"/>
                </a:lnTo>
                <a:cubicBezTo>
                  <a:pt x="6238355" y="3910794"/>
                  <a:pt x="6238751" y="3764733"/>
                  <a:pt x="6239148" y="3618671"/>
                </a:cubicBezTo>
                <a:lnTo>
                  <a:pt x="4822700" y="3617480"/>
                </a:lnTo>
                <a:cubicBezTo>
                  <a:pt x="4822303" y="2973761"/>
                  <a:pt x="4823098" y="2330043"/>
                  <a:pt x="4822701" y="1686324"/>
                </a:cubicBezTo>
                <a:lnTo>
                  <a:pt x="0" y="1687514"/>
                </a:lnTo>
                <a:cubicBezTo>
                  <a:pt x="1984" y="1125010"/>
                  <a:pt x="-794" y="562505"/>
                  <a:pt x="1190" y="1"/>
                </a:cubicBezTo>
                <a:close/>
              </a:path>
            </a:pathLst>
          </a:custGeom>
          <a:solidFill>
            <a:schemeClr val="bg1">
              <a:lumMod val="85000"/>
            </a:schemeClr>
          </a:solidFill>
          <a:ln w="19050">
            <a:noFill/>
            <a:miter lim="800000"/>
          </a:ln>
        </p:spPr>
        <p:txBody>
          <a:bodyPr wrap="square">
            <a:noAutofit/>
          </a:bodyPr>
          <a:lstStyle>
            <a:lvl1pPr>
              <a:defRPr sz="1200"/>
            </a:lvl1pPr>
          </a:lstStyle>
          <a:p>
            <a:r>
              <a:rPr lang="en-GB" dirty="0"/>
              <a:t>Add picture</a:t>
            </a:r>
            <a:endParaRPr lang="ar-SA" dirty="0"/>
          </a:p>
        </p:txBody>
      </p:sp>
      <p:sp>
        <p:nvSpPr>
          <p:cNvPr id="62" name="Picture Placeholder 65">
            <a:extLst>
              <a:ext uri="{FF2B5EF4-FFF2-40B4-BE49-F238E27FC236}">
                <a16:creationId xmlns:a16="http://schemas.microsoft.com/office/drawing/2014/main" id="{20DA749F-EC0C-795A-219D-5489435012C1}"/>
              </a:ext>
            </a:extLst>
          </p:cNvPr>
          <p:cNvSpPr>
            <a:spLocks noGrp="1"/>
          </p:cNvSpPr>
          <p:nvPr>
            <p:ph type="pic" sz="quarter" idx="15" hasCustomPrompt="1"/>
          </p:nvPr>
        </p:nvSpPr>
        <p:spPr>
          <a:xfrm>
            <a:off x="8221663" y="3923072"/>
            <a:ext cx="2835275" cy="2650765"/>
          </a:xfrm>
          <a:solidFill>
            <a:schemeClr val="bg1">
              <a:lumMod val="85000"/>
            </a:schemeClr>
          </a:solidFill>
          <a:ln w="19050">
            <a:solidFill>
              <a:schemeClr val="tx1"/>
            </a:solidFill>
            <a:miter lim="800000"/>
          </a:ln>
        </p:spPr>
        <p:txBody>
          <a:bodyPr/>
          <a:lstStyle>
            <a:lvl1pPr>
              <a:defRPr sz="1200"/>
            </a:lvl1pPr>
          </a:lstStyle>
          <a:p>
            <a:r>
              <a:rPr lang="en-GB" dirty="0"/>
              <a:t>Add picture</a:t>
            </a:r>
            <a:endParaRPr lang="ar-SA" dirty="0"/>
          </a:p>
        </p:txBody>
      </p:sp>
      <p:sp>
        <p:nvSpPr>
          <p:cNvPr id="69" name="Picture Placeholder 68">
            <a:extLst>
              <a:ext uri="{FF2B5EF4-FFF2-40B4-BE49-F238E27FC236}">
                <a16:creationId xmlns:a16="http://schemas.microsoft.com/office/drawing/2014/main" id="{4A844F91-DBF2-D10E-5D76-806ABDF52627}"/>
              </a:ext>
            </a:extLst>
          </p:cNvPr>
          <p:cNvSpPr>
            <a:spLocks noGrp="1"/>
          </p:cNvSpPr>
          <p:nvPr>
            <p:ph type="pic" sz="quarter" idx="16" hasCustomPrompt="1"/>
          </p:nvPr>
        </p:nvSpPr>
        <p:spPr>
          <a:xfrm>
            <a:off x="294086" y="3388667"/>
            <a:ext cx="4518419" cy="3171677"/>
          </a:xfrm>
          <a:custGeom>
            <a:avLst/>
            <a:gdLst>
              <a:gd name="connsiteX0" fmla="*/ 0 w 4530724"/>
              <a:gd name="connsiteY0" fmla="*/ 0 h 3188990"/>
              <a:gd name="connsiteX1" fmla="*/ 1700213 w 4530724"/>
              <a:gd name="connsiteY1" fmla="*/ 0 h 3188990"/>
              <a:gd name="connsiteX2" fmla="*/ 1700213 w 4530724"/>
              <a:gd name="connsiteY2" fmla="*/ 1519091 h 3188990"/>
              <a:gd name="connsiteX3" fmla="*/ 4530724 w 4530724"/>
              <a:gd name="connsiteY3" fmla="*/ 1519091 h 3188990"/>
              <a:gd name="connsiteX4" fmla="*/ 4530724 w 4530724"/>
              <a:gd name="connsiteY4" fmla="*/ 3188990 h 3188990"/>
              <a:gd name="connsiteX5" fmla="*/ 0 w 4530724"/>
              <a:gd name="connsiteY5" fmla="*/ 3188990 h 3188990"/>
              <a:gd name="connsiteX0" fmla="*/ 0 w 4530724"/>
              <a:gd name="connsiteY0" fmla="*/ 0 h 3188990"/>
              <a:gd name="connsiteX1" fmla="*/ 1700213 w 4530724"/>
              <a:gd name="connsiteY1" fmla="*/ 0 h 3188990"/>
              <a:gd name="connsiteX2" fmla="*/ 1676336 w 4530724"/>
              <a:gd name="connsiteY2" fmla="*/ 1551450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700213 w 4530724"/>
              <a:gd name="connsiteY1" fmla="*/ 0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1198 h 3190188"/>
              <a:gd name="connsiteX1" fmla="*/ 1684692 w 4530724"/>
              <a:gd name="connsiteY1" fmla="*/ 0 h 3190188"/>
              <a:gd name="connsiteX2" fmla="*/ 1685887 w 4530724"/>
              <a:gd name="connsiteY2" fmla="*/ 1527480 h 3190188"/>
              <a:gd name="connsiteX3" fmla="*/ 4530724 w 4530724"/>
              <a:gd name="connsiteY3" fmla="*/ 1520289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7480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31075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02070 w 4530724"/>
              <a:gd name="connsiteY3" fmla="*/ 1563434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77530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71561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2397 h 3191387"/>
              <a:gd name="connsiteX1" fmla="*/ 1689468 w 4530724"/>
              <a:gd name="connsiteY1" fmla="*/ 0 h 3191387"/>
              <a:gd name="connsiteX2" fmla="*/ 1689468 w 4530724"/>
              <a:gd name="connsiteY2" fmla="*/ 1527481 h 3191387"/>
              <a:gd name="connsiteX3" fmla="*/ 4528335 w 4530724"/>
              <a:gd name="connsiteY3" fmla="*/ 1529877 h 3191387"/>
              <a:gd name="connsiteX4" fmla="*/ 4530724 w 4530724"/>
              <a:gd name="connsiteY4" fmla="*/ 3191387 h 3191387"/>
              <a:gd name="connsiteX5" fmla="*/ 0 w 4530724"/>
              <a:gd name="connsiteY5" fmla="*/ 3191387 h 3191387"/>
              <a:gd name="connsiteX6" fmla="*/ 0 w 4530724"/>
              <a:gd name="connsiteY6" fmla="*/ 2397 h 319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0724" h="3191387">
                <a:moveTo>
                  <a:pt x="0" y="2397"/>
                </a:moveTo>
                <a:lnTo>
                  <a:pt x="1689468" y="0"/>
                </a:lnTo>
                <a:cubicBezTo>
                  <a:pt x="1689866" y="508361"/>
                  <a:pt x="1689070" y="1019120"/>
                  <a:pt x="1689468" y="1527481"/>
                </a:cubicBezTo>
                <a:lnTo>
                  <a:pt x="4528335" y="1529877"/>
                </a:lnTo>
                <a:cubicBezTo>
                  <a:pt x="4529131" y="2083714"/>
                  <a:pt x="4529928" y="2637550"/>
                  <a:pt x="4530724" y="3191387"/>
                </a:cubicBezTo>
                <a:lnTo>
                  <a:pt x="0" y="3191387"/>
                </a:lnTo>
                <a:lnTo>
                  <a:pt x="0" y="2397"/>
                </a:lnTo>
                <a:close/>
              </a:path>
            </a:pathLst>
          </a:custGeom>
          <a:solidFill>
            <a:schemeClr val="bg1">
              <a:lumMod val="85000"/>
            </a:schemeClr>
          </a:solidFill>
          <a:ln w="19050">
            <a:noFill/>
            <a:miter lim="800000"/>
          </a:ln>
        </p:spPr>
        <p:txBody>
          <a:bodyPr wrap="square">
            <a:noAutofit/>
          </a:bodyPr>
          <a:lstStyle>
            <a:lvl1pPr>
              <a:defRPr sz="1200"/>
            </a:lvl1pPr>
          </a:lstStyle>
          <a:p>
            <a:r>
              <a:rPr lang="en-GB" dirty="0"/>
              <a:t>Add picture</a:t>
            </a:r>
            <a:endParaRPr lang="ar-SA" dirty="0"/>
          </a:p>
        </p:txBody>
      </p:sp>
    </p:spTree>
    <p:extLst>
      <p:ext uri="{BB962C8B-B14F-4D97-AF65-F5344CB8AC3E}">
        <p14:creationId xmlns:p14="http://schemas.microsoft.com/office/powerpoint/2010/main" val="31037025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Multi - COLOUR">
    <p:bg>
      <p:bgPr>
        <a:solidFill>
          <a:schemeClr val="accent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B25FBB-C00F-CF8C-3708-D2EABAD3FF97}"/>
              </a:ext>
            </a:extLst>
          </p:cNvPr>
          <p:cNvSpPr/>
          <p:nvPr userDrawn="1"/>
        </p:nvSpPr>
        <p:spPr>
          <a:xfrm>
            <a:off x="284164" y="3380330"/>
            <a:ext cx="4535486" cy="3188991"/>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
        <p:nvSpPr>
          <p:cNvPr id="5" name="Rectangle 4">
            <a:extLst>
              <a:ext uri="{FF2B5EF4-FFF2-40B4-BE49-F238E27FC236}">
                <a16:creationId xmlns:a16="http://schemas.microsoft.com/office/drawing/2014/main" id="{18E67034-3EA3-90F7-A6ED-AB1310128AE2}"/>
              </a:ext>
            </a:extLst>
          </p:cNvPr>
          <p:cNvSpPr/>
          <p:nvPr userDrawn="1"/>
        </p:nvSpPr>
        <p:spPr>
          <a:xfrm>
            <a:off x="4816474" y="284163"/>
            <a:ext cx="7088187" cy="4079993"/>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
        <p:nvSpPr>
          <p:cNvPr id="6" name="Picture Placeholder 60">
            <a:extLst>
              <a:ext uri="{FF2B5EF4-FFF2-40B4-BE49-F238E27FC236}">
                <a16:creationId xmlns:a16="http://schemas.microsoft.com/office/drawing/2014/main" id="{DE241736-9827-608D-E7D5-EA1D333B87A6}"/>
              </a:ext>
            </a:extLst>
          </p:cNvPr>
          <p:cNvSpPr>
            <a:spLocks noGrp="1"/>
          </p:cNvSpPr>
          <p:nvPr>
            <p:ph type="pic" sz="quarter" idx="10" hasCustomPrompt="1"/>
          </p:nvPr>
        </p:nvSpPr>
        <p:spPr>
          <a:xfrm>
            <a:off x="4826078" y="295534"/>
            <a:ext cx="7071387" cy="4059238"/>
          </a:xfrm>
          <a:custGeom>
            <a:avLst/>
            <a:gdLst>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11985 w 7077341"/>
              <a:gd name="connsiteY5" fmla="*/ 3638911 h 4081859"/>
              <a:gd name="connsiteX6" fmla="*/ 4811985 w 7077341"/>
              <a:gd name="connsiteY6" fmla="*/ 1707754 h 4081859"/>
              <a:gd name="connsiteX7" fmla="*/ 0 w 7077341"/>
              <a:gd name="connsiteY7" fmla="*/ 1707754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79850 w 7077341"/>
              <a:gd name="connsiteY5" fmla="*/ 3635339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11985 w 7077341"/>
              <a:gd name="connsiteY6" fmla="*/ 1707754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66754 w 7077341"/>
              <a:gd name="connsiteY6" fmla="*/ 1661320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0 w 7077341"/>
              <a:gd name="connsiteY7" fmla="*/ 1707754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39291 w 7077341"/>
              <a:gd name="connsiteY7" fmla="*/ 1674417 h 4081859"/>
              <a:gd name="connsiteX8" fmla="*/ 0 w 7077341"/>
              <a:gd name="connsiteY8" fmla="*/ 0 h 4081859"/>
              <a:gd name="connsiteX0" fmla="*/ 0 w 7077341"/>
              <a:gd name="connsiteY0" fmla="*/ 0 h 4081859"/>
              <a:gd name="connsiteX1" fmla="*/ 7077341 w 7077341"/>
              <a:gd name="connsiteY1" fmla="*/ 0 h 4081859"/>
              <a:gd name="connsiteX2" fmla="*/ 7077341 w 7077341"/>
              <a:gd name="connsiteY2" fmla="*/ 4081859 h 4081859"/>
              <a:gd name="connsiteX3" fmla="*/ 6229623 w 7077341"/>
              <a:gd name="connsiteY3" fmla="*/ 4081859 h 4081859"/>
              <a:gd name="connsiteX4" fmla="*/ 6229623 w 7077341"/>
              <a:gd name="connsiteY4" fmla="*/ 3638911 h 4081859"/>
              <a:gd name="connsiteX5" fmla="*/ 4832225 w 7077341"/>
              <a:gd name="connsiteY5" fmla="*/ 3641292 h 4081859"/>
              <a:gd name="connsiteX6" fmla="*/ 4831035 w 7077341"/>
              <a:gd name="connsiteY6" fmla="*/ 1710136 h 4081859"/>
              <a:gd name="connsiteX7" fmla="*/ 8334 w 7077341"/>
              <a:gd name="connsiteY7" fmla="*/ 1711326 h 4081859"/>
              <a:gd name="connsiteX8" fmla="*/ 0 w 7077341"/>
              <a:gd name="connsiteY8" fmla="*/ 0 h 4081859"/>
              <a:gd name="connsiteX0" fmla="*/ 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0 w 7069007"/>
              <a:gd name="connsiteY8" fmla="*/ 23813 h 4081859"/>
              <a:gd name="connsiteX0" fmla="*/ 5953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5953 w 7069007"/>
              <a:gd name="connsiteY8" fmla="*/ 23813 h 4081859"/>
              <a:gd name="connsiteX0" fmla="*/ 1190 w 7069007"/>
              <a:gd name="connsiteY0" fmla="*/ 23813 h 4081859"/>
              <a:gd name="connsiteX1" fmla="*/ 7069007 w 7069007"/>
              <a:gd name="connsiteY1" fmla="*/ 0 h 4081859"/>
              <a:gd name="connsiteX2" fmla="*/ 7069007 w 7069007"/>
              <a:gd name="connsiteY2" fmla="*/ 4081859 h 4081859"/>
              <a:gd name="connsiteX3" fmla="*/ 6221289 w 7069007"/>
              <a:gd name="connsiteY3" fmla="*/ 4081859 h 4081859"/>
              <a:gd name="connsiteX4" fmla="*/ 6221289 w 7069007"/>
              <a:gd name="connsiteY4" fmla="*/ 3638911 h 4081859"/>
              <a:gd name="connsiteX5" fmla="*/ 4823891 w 7069007"/>
              <a:gd name="connsiteY5" fmla="*/ 3641292 h 4081859"/>
              <a:gd name="connsiteX6" fmla="*/ 4822701 w 7069007"/>
              <a:gd name="connsiteY6" fmla="*/ 1710136 h 4081859"/>
              <a:gd name="connsiteX7" fmla="*/ 0 w 7069007"/>
              <a:gd name="connsiteY7" fmla="*/ 1711326 h 4081859"/>
              <a:gd name="connsiteX8" fmla="*/ 1190 w 7069007"/>
              <a:gd name="connsiteY8" fmla="*/ 23813 h 4081859"/>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3891 w 7069007"/>
              <a:gd name="connsiteY5" fmla="*/ 3613908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21289 w 7069007"/>
              <a:gd name="connsiteY4" fmla="*/ 3617480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21289 w 7069007"/>
              <a:gd name="connsiteY3" fmla="*/ 4060428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9007"/>
              <a:gd name="connsiteY0" fmla="*/ 2382 h 4060428"/>
              <a:gd name="connsiteX1" fmla="*/ 7067816 w 7069007"/>
              <a:gd name="connsiteY1" fmla="*/ 0 h 4060428"/>
              <a:gd name="connsiteX2" fmla="*/ 7069007 w 7069007"/>
              <a:gd name="connsiteY2" fmla="*/ 4060428 h 4060428"/>
              <a:gd name="connsiteX3" fmla="*/ 6237958 w 7069007"/>
              <a:gd name="connsiteY3" fmla="*/ 4059237 h 4060428"/>
              <a:gd name="connsiteX4" fmla="*/ 6239148 w 7069007"/>
              <a:gd name="connsiteY4" fmla="*/ 3621052 h 4060428"/>
              <a:gd name="connsiteX5" fmla="*/ 4822700 w 7069007"/>
              <a:gd name="connsiteY5" fmla="*/ 3619861 h 4060428"/>
              <a:gd name="connsiteX6" fmla="*/ 4822701 w 7069007"/>
              <a:gd name="connsiteY6" fmla="*/ 1688705 h 4060428"/>
              <a:gd name="connsiteX7" fmla="*/ 0 w 7069007"/>
              <a:gd name="connsiteY7" fmla="*/ 1689895 h 4060428"/>
              <a:gd name="connsiteX8" fmla="*/ 1190 w 7069007"/>
              <a:gd name="connsiteY8" fmla="*/ 2382 h 4060428"/>
              <a:gd name="connsiteX0" fmla="*/ 1190 w 7067816"/>
              <a:gd name="connsiteY0" fmla="*/ 2382 h 4060428"/>
              <a:gd name="connsiteX1" fmla="*/ 7067816 w 7067816"/>
              <a:gd name="connsiteY1" fmla="*/ 0 h 4060428"/>
              <a:gd name="connsiteX2" fmla="*/ 7064244 w 7067816"/>
              <a:gd name="connsiteY2" fmla="*/ 4060428 h 4060428"/>
              <a:gd name="connsiteX3" fmla="*/ 6237958 w 7067816"/>
              <a:gd name="connsiteY3" fmla="*/ 4059237 h 4060428"/>
              <a:gd name="connsiteX4" fmla="*/ 6239148 w 7067816"/>
              <a:gd name="connsiteY4" fmla="*/ 3621052 h 4060428"/>
              <a:gd name="connsiteX5" fmla="*/ 4822700 w 7067816"/>
              <a:gd name="connsiteY5" fmla="*/ 3619861 h 4060428"/>
              <a:gd name="connsiteX6" fmla="*/ 4822701 w 7067816"/>
              <a:gd name="connsiteY6" fmla="*/ 1688705 h 4060428"/>
              <a:gd name="connsiteX7" fmla="*/ 0 w 7067816"/>
              <a:gd name="connsiteY7" fmla="*/ 1689895 h 4060428"/>
              <a:gd name="connsiteX8" fmla="*/ 1190 w 7067816"/>
              <a:gd name="connsiteY8" fmla="*/ 2382 h 4060428"/>
              <a:gd name="connsiteX0" fmla="*/ 1190 w 7069253"/>
              <a:gd name="connsiteY0" fmla="*/ 2382 h 4061619"/>
              <a:gd name="connsiteX1" fmla="*/ 7067816 w 7069253"/>
              <a:gd name="connsiteY1" fmla="*/ 0 h 4061619"/>
              <a:gd name="connsiteX2" fmla="*/ 7069007 w 7069253"/>
              <a:gd name="connsiteY2" fmla="*/ 4061619 h 4061619"/>
              <a:gd name="connsiteX3" fmla="*/ 6237958 w 7069253"/>
              <a:gd name="connsiteY3" fmla="*/ 4059237 h 4061619"/>
              <a:gd name="connsiteX4" fmla="*/ 6239148 w 7069253"/>
              <a:gd name="connsiteY4" fmla="*/ 3621052 h 4061619"/>
              <a:gd name="connsiteX5" fmla="*/ 4822700 w 7069253"/>
              <a:gd name="connsiteY5" fmla="*/ 3619861 h 4061619"/>
              <a:gd name="connsiteX6" fmla="*/ 4822701 w 7069253"/>
              <a:gd name="connsiteY6" fmla="*/ 1688705 h 4061619"/>
              <a:gd name="connsiteX7" fmla="*/ 0 w 7069253"/>
              <a:gd name="connsiteY7" fmla="*/ 1689895 h 4061619"/>
              <a:gd name="connsiteX8" fmla="*/ 1190 w 7069253"/>
              <a:gd name="connsiteY8" fmla="*/ 2382 h 4061619"/>
              <a:gd name="connsiteX0" fmla="*/ 1190 w 7069090"/>
              <a:gd name="connsiteY0" fmla="*/ 2382 h 4061619"/>
              <a:gd name="connsiteX1" fmla="*/ 7059482 w 7069090"/>
              <a:gd name="connsiteY1" fmla="*/ 0 h 4061619"/>
              <a:gd name="connsiteX2" fmla="*/ 7069007 w 7069090"/>
              <a:gd name="connsiteY2" fmla="*/ 4061619 h 4061619"/>
              <a:gd name="connsiteX3" fmla="*/ 6237958 w 7069090"/>
              <a:gd name="connsiteY3" fmla="*/ 4059237 h 4061619"/>
              <a:gd name="connsiteX4" fmla="*/ 6239148 w 7069090"/>
              <a:gd name="connsiteY4" fmla="*/ 3621052 h 4061619"/>
              <a:gd name="connsiteX5" fmla="*/ 4822700 w 7069090"/>
              <a:gd name="connsiteY5" fmla="*/ 3619861 h 4061619"/>
              <a:gd name="connsiteX6" fmla="*/ 4822701 w 7069090"/>
              <a:gd name="connsiteY6" fmla="*/ 1688705 h 4061619"/>
              <a:gd name="connsiteX7" fmla="*/ 0 w 7069090"/>
              <a:gd name="connsiteY7" fmla="*/ 1689895 h 4061619"/>
              <a:gd name="connsiteX8" fmla="*/ 1190 w 7069090"/>
              <a:gd name="connsiteY8" fmla="*/ 2382 h 4061619"/>
              <a:gd name="connsiteX0" fmla="*/ 1190 w 7070197"/>
              <a:gd name="connsiteY0" fmla="*/ 5954 h 4065191"/>
              <a:gd name="connsiteX1" fmla="*/ 7070197 w 7070197"/>
              <a:gd name="connsiteY1" fmla="*/ 0 h 4065191"/>
              <a:gd name="connsiteX2" fmla="*/ 7069007 w 7070197"/>
              <a:gd name="connsiteY2" fmla="*/ 4065191 h 4065191"/>
              <a:gd name="connsiteX3" fmla="*/ 6237958 w 7070197"/>
              <a:gd name="connsiteY3" fmla="*/ 4062809 h 4065191"/>
              <a:gd name="connsiteX4" fmla="*/ 6239148 w 7070197"/>
              <a:gd name="connsiteY4" fmla="*/ 3624624 h 4065191"/>
              <a:gd name="connsiteX5" fmla="*/ 4822700 w 7070197"/>
              <a:gd name="connsiteY5" fmla="*/ 3623433 h 4065191"/>
              <a:gd name="connsiteX6" fmla="*/ 4822701 w 7070197"/>
              <a:gd name="connsiteY6" fmla="*/ 1692277 h 4065191"/>
              <a:gd name="connsiteX7" fmla="*/ 0 w 7070197"/>
              <a:gd name="connsiteY7" fmla="*/ 1693467 h 4065191"/>
              <a:gd name="connsiteX8" fmla="*/ 1190 w 7070197"/>
              <a:gd name="connsiteY8" fmla="*/ 5954 h 4065191"/>
              <a:gd name="connsiteX0" fmla="*/ 1190 w 7071387"/>
              <a:gd name="connsiteY0" fmla="*/ 3573 h 4062810"/>
              <a:gd name="connsiteX1" fmla="*/ 7071387 w 7071387"/>
              <a:gd name="connsiteY1" fmla="*/ 0 h 4062810"/>
              <a:gd name="connsiteX2" fmla="*/ 7069007 w 7071387"/>
              <a:gd name="connsiteY2" fmla="*/ 4062810 h 4062810"/>
              <a:gd name="connsiteX3" fmla="*/ 6237958 w 7071387"/>
              <a:gd name="connsiteY3" fmla="*/ 4060428 h 4062810"/>
              <a:gd name="connsiteX4" fmla="*/ 6239148 w 7071387"/>
              <a:gd name="connsiteY4" fmla="*/ 3622243 h 4062810"/>
              <a:gd name="connsiteX5" fmla="*/ 4822700 w 7071387"/>
              <a:gd name="connsiteY5" fmla="*/ 3621052 h 4062810"/>
              <a:gd name="connsiteX6" fmla="*/ 4822701 w 7071387"/>
              <a:gd name="connsiteY6" fmla="*/ 1689896 h 4062810"/>
              <a:gd name="connsiteX7" fmla="*/ 0 w 7071387"/>
              <a:gd name="connsiteY7" fmla="*/ 1691086 h 4062810"/>
              <a:gd name="connsiteX8" fmla="*/ 1190 w 7071387"/>
              <a:gd name="connsiteY8" fmla="*/ 3573 h 4062810"/>
              <a:gd name="connsiteX0" fmla="*/ 1190 w 7071387"/>
              <a:gd name="connsiteY0" fmla="*/ 0 h 4059237"/>
              <a:gd name="connsiteX1" fmla="*/ 7071387 w 7071387"/>
              <a:gd name="connsiteY1" fmla="*/ 4762 h 4059237"/>
              <a:gd name="connsiteX2" fmla="*/ 7069007 w 7071387"/>
              <a:gd name="connsiteY2" fmla="*/ 4059237 h 4059237"/>
              <a:gd name="connsiteX3" fmla="*/ 6237958 w 7071387"/>
              <a:gd name="connsiteY3" fmla="*/ 4056855 h 4059237"/>
              <a:gd name="connsiteX4" fmla="*/ 6239148 w 7071387"/>
              <a:gd name="connsiteY4" fmla="*/ 3618670 h 4059237"/>
              <a:gd name="connsiteX5" fmla="*/ 4822700 w 7071387"/>
              <a:gd name="connsiteY5" fmla="*/ 3617479 h 4059237"/>
              <a:gd name="connsiteX6" fmla="*/ 4822701 w 7071387"/>
              <a:gd name="connsiteY6" fmla="*/ 1686323 h 4059237"/>
              <a:gd name="connsiteX7" fmla="*/ 0 w 7071387"/>
              <a:gd name="connsiteY7" fmla="*/ 1687513 h 4059237"/>
              <a:gd name="connsiteX8" fmla="*/ 1190 w 7071387"/>
              <a:gd name="connsiteY8" fmla="*/ 0 h 4059237"/>
              <a:gd name="connsiteX0" fmla="*/ 1190 w 7071387"/>
              <a:gd name="connsiteY0" fmla="*/ 1 h 4059238"/>
              <a:gd name="connsiteX1" fmla="*/ 7071387 w 7071387"/>
              <a:gd name="connsiteY1" fmla="*/ 0 h 4059238"/>
              <a:gd name="connsiteX2" fmla="*/ 7069007 w 7071387"/>
              <a:gd name="connsiteY2" fmla="*/ 4059238 h 4059238"/>
              <a:gd name="connsiteX3" fmla="*/ 6237958 w 7071387"/>
              <a:gd name="connsiteY3" fmla="*/ 4056856 h 4059238"/>
              <a:gd name="connsiteX4" fmla="*/ 6239148 w 7071387"/>
              <a:gd name="connsiteY4" fmla="*/ 3618671 h 4059238"/>
              <a:gd name="connsiteX5" fmla="*/ 4822700 w 7071387"/>
              <a:gd name="connsiteY5" fmla="*/ 3617480 h 4059238"/>
              <a:gd name="connsiteX6" fmla="*/ 4822701 w 7071387"/>
              <a:gd name="connsiteY6" fmla="*/ 1686324 h 4059238"/>
              <a:gd name="connsiteX7" fmla="*/ 0 w 7071387"/>
              <a:gd name="connsiteY7" fmla="*/ 1687514 h 4059238"/>
              <a:gd name="connsiteX8" fmla="*/ 1190 w 7071387"/>
              <a:gd name="connsiteY8" fmla="*/ 1 h 4059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71387" h="4059238">
                <a:moveTo>
                  <a:pt x="1190" y="1"/>
                </a:moveTo>
                <a:lnTo>
                  <a:pt x="7071387" y="0"/>
                </a:lnTo>
                <a:cubicBezTo>
                  <a:pt x="7070196" y="1353476"/>
                  <a:pt x="7070198" y="2705762"/>
                  <a:pt x="7069007" y="4059238"/>
                </a:cubicBezTo>
                <a:lnTo>
                  <a:pt x="6237958" y="4056856"/>
                </a:lnTo>
                <a:cubicBezTo>
                  <a:pt x="6238355" y="3910794"/>
                  <a:pt x="6238751" y="3764733"/>
                  <a:pt x="6239148" y="3618671"/>
                </a:cubicBezTo>
                <a:lnTo>
                  <a:pt x="4822700" y="3617480"/>
                </a:lnTo>
                <a:cubicBezTo>
                  <a:pt x="4822303" y="2973761"/>
                  <a:pt x="4823098" y="2330043"/>
                  <a:pt x="4822701" y="1686324"/>
                </a:cubicBezTo>
                <a:lnTo>
                  <a:pt x="0" y="1687514"/>
                </a:lnTo>
                <a:cubicBezTo>
                  <a:pt x="1984" y="1125010"/>
                  <a:pt x="-794" y="562505"/>
                  <a:pt x="1190" y="1"/>
                </a:cubicBezTo>
                <a:close/>
              </a:path>
            </a:pathLst>
          </a:custGeom>
          <a:solidFill>
            <a:schemeClr val="bg1">
              <a:lumMod val="85000"/>
            </a:schemeClr>
          </a:solidFill>
          <a:ln w="19050">
            <a:noFill/>
            <a:miter lim="800000"/>
          </a:ln>
        </p:spPr>
        <p:txBody>
          <a:bodyPr wrap="square">
            <a:noAutofit/>
          </a:bodyPr>
          <a:lstStyle>
            <a:lvl1pPr>
              <a:defRPr sz="1200"/>
            </a:lvl1pPr>
          </a:lstStyle>
          <a:p>
            <a:r>
              <a:rPr lang="en-GB" dirty="0"/>
              <a:t>Add picture</a:t>
            </a:r>
            <a:endParaRPr lang="ar-SA" dirty="0"/>
          </a:p>
        </p:txBody>
      </p:sp>
      <p:sp>
        <p:nvSpPr>
          <p:cNvPr id="9" name="Picture Placeholder 68">
            <a:extLst>
              <a:ext uri="{FF2B5EF4-FFF2-40B4-BE49-F238E27FC236}">
                <a16:creationId xmlns:a16="http://schemas.microsoft.com/office/drawing/2014/main" id="{BFF81B62-79D4-C0DC-7FBE-4C6176269E7F}"/>
              </a:ext>
            </a:extLst>
          </p:cNvPr>
          <p:cNvSpPr>
            <a:spLocks noGrp="1"/>
          </p:cNvSpPr>
          <p:nvPr>
            <p:ph type="pic" sz="quarter" idx="16" hasCustomPrompt="1"/>
          </p:nvPr>
        </p:nvSpPr>
        <p:spPr>
          <a:xfrm>
            <a:off x="294086" y="3388667"/>
            <a:ext cx="4518419" cy="3171677"/>
          </a:xfrm>
          <a:custGeom>
            <a:avLst/>
            <a:gdLst>
              <a:gd name="connsiteX0" fmla="*/ 0 w 4530724"/>
              <a:gd name="connsiteY0" fmla="*/ 0 h 3188990"/>
              <a:gd name="connsiteX1" fmla="*/ 1700213 w 4530724"/>
              <a:gd name="connsiteY1" fmla="*/ 0 h 3188990"/>
              <a:gd name="connsiteX2" fmla="*/ 1700213 w 4530724"/>
              <a:gd name="connsiteY2" fmla="*/ 1519091 h 3188990"/>
              <a:gd name="connsiteX3" fmla="*/ 4530724 w 4530724"/>
              <a:gd name="connsiteY3" fmla="*/ 1519091 h 3188990"/>
              <a:gd name="connsiteX4" fmla="*/ 4530724 w 4530724"/>
              <a:gd name="connsiteY4" fmla="*/ 3188990 h 3188990"/>
              <a:gd name="connsiteX5" fmla="*/ 0 w 4530724"/>
              <a:gd name="connsiteY5" fmla="*/ 3188990 h 3188990"/>
              <a:gd name="connsiteX0" fmla="*/ 0 w 4530724"/>
              <a:gd name="connsiteY0" fmla="*/ 0 h 3188990"/>
              <a:gd name="connsiteX1" fmla="*/ 1700213 w 4530724"/>
              <a:gd name="connsiteY1" fmla="*/ 0 h 3188990"/>
              <a:gd name="connsiteX2" fmla="*/ 1676336 w 4530724"/>
              <a:gd name="connsiteY2" fmla="*/ 1551450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700213 w 4530724"/>
              <a:gd name="connsiteY1" fmla="*/ 0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0 h 3188990"/>
              <a:gd name="connsiteX1" fmla="*/ 1684692 w 4530724"/>
              <a:gd name="connsiteY1" fmla="*/ 1199 h 3188990"/>
              <a:gd name="connsiteX2" fmla="*/ 1685887 w 4530724"/>
              <a:gd name="connsiteY2" fmla="*/ 1526282 h 3188990"/>
              <a:gd name="connsiteX3" fmla="*/ 4530724 w 4530724"/>
              <a:gd name="connsiteY3" fmla="*/ 1519091 h 3188990"/>
              <a:gd name="connsiteX4" fmla="*/ 4530724 w 4530724"/>
              <a:gd name="connsiteY4" fmla="*/ 3188990 h 3188990"/>
              <a:gd name="connsiteX5" fmla="*/ 0 w 4530724"/>
              <a:gd name="connsiteY5" fmla="*/ 3188990 h 3188990"/>
              <a:gd name="connsiteX6" fmla="*/ 0 w 4530724"/>
              <a:gd name="connsiteY6" fmla="*/ 0 h 3188990"/>
              <a:gd name="connsiteX0" fmla="*/ 0 w 4530724"/>
              <a:gd name="connsiteY0" fmla="*/ 1198 h 3190188"/>
              <a:gd name="connsiteX1" fmla="*/ 1684692 w 4530724"/>
              <a:gd name="connsiteY1" fmla="*/ 0 h 3190188"/>
              <a:gd name="connsiteX2" fmla="*/ 1685887 w 4530724"/>
              <a:gd name="connsiteY2" fmla="*/ 1527480 h 3190188"/>
              <a:gd name="connsiteX3" fmla="*/ 4530724 w 4530724"/>
              <a:gd name="connsiteY3" fmla="*/ 1520289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7480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9530 w 4530724"/>
              <a:gd name="connsiteY3" fmla="*/ 1531075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02070 w 4530724"/>
              <a:gd name="connsiteY3" fmla="*/ 1563434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4692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5887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77530 w 4530724"/>
              <a:gd name="connsiteY2" fmla="*/ 1527480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85887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1198 h 3190188"/>
              <a:gd name="connsiteX1" fmla="*/ 1671561 w 4530724"/>
              <a:gd name="connsiteY1" fmla="*/ 0 h 3190188"/>
              <a:gd name="connsiteX2" fmla="*/ 1689468 w 4530724"/>
              <a:gd name="connsiteY2" fmla="*/ 1526282 h 3190188"/>
              <a:gd name="connsiteX3" fmla="*/ 4528335 w 4530724"/>
              <a:gd name="connsiteY3" fmla="*/ 1528678 h 3190188"/>
              <a:gd name="connsiteX4" fmla="*/ 4530724 w 4530724"/>
              <a:gd name="connsiteY4" fmla="*/ 3190188 h 3190188"/>
              <a:gd name="connsiteX5" fmla="*/ 0 w 4530724"/>
              <a:gd name="connsiteY5" fmla="*/ 3190188 h 3190188"/>
              <a:gd name="connsiteX6" fmla="*/ 0 w 4530724"/>
              <a:gd name="connsiteY6" fmla="*/ 1198 h 3190188"/>
              <a:gd name="connsiteX0" fmla="*/ 0 w 4530724"/>
              <a:gd name="connsiteY0" fmla="*/ 2397 h 3191387"/>
              <a:gd name="connsiteX1" fmla="*/ 1689468 w 4530724"/>
              <a:gd name="connsiteY1" fmla="*/ 0 h 3191387"/>
              <a:gd name="connsiteX2" fmla="*/ 1689468 w 4530724"/>
              <a:gd name="connsiteY2" fmla="*/ 1527481 h 3191387"/>
              <a:gd name="connsiteX3" fmla="*/ 4528335 w 4530724"/>
              <a:gd name="connsiteY3" fmla="*/ 1529877 h 3191387"/>
              <a:gd name="connsiteX4" fmla="*/ 4530724 w 4530724"/>
              <a:gd name="connsiteY4" fmla="*/ 3191387 h 3191387"/>
              <a:gd name="connsiteX5" fmla="*/ 0 w 4530724"/>
              <a:gd name="connsiteY5" fmla="*/ 3191387 h 3191387"/>
              <a:gd name="connsiteX6" fmla="*/ 0 w 4530724"/>
              <a:gd name="connsiteY6" fmla="*/ 2397 h 319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0724" h="3191387">
                <a:moveTo>
                  <a:pt x="0" y="2397"/>
                </a:moveTo>
                <a:lnTo>
                  <a:pt x="1689468" y="0"/>
                </a:lnTo>
                <a:cubicBezTo>
                  <a:pt x="1689866" y="508361"/>
                  <a:pt x="1689070" y="1019120"/>
                  <a:pt x="1689468" y="1527481"/>
                </a:cubicBezTo>
                <a:lnTo>
                  <a:pt x="4528335" y="1529877"/>
                </a:lnTo>
                <a:cubicBezTo>
                  <a:pt x="4529131" y="2083714"/>
                  <a:pt x="4529928" y="2637550"/>
                  <a:pt x="4530724" y="3191387"/>
                </a:cubicBezTo>
                <a:lnTo>
                  <a:pt x="0" y="3191387"/>
                </a:lnTo>
                <a:lnTo>
                  <a:pt x="0" y="2397"/>
                </a:lnTo>
                <a:close/>
              </a:path>
            </a:pathLst>
          </a:custGeom>
          <a:solidFill>
            <a:schemeClr val="bg1">
              <a:lumMod val="85000"/>
            </a:schemeClr>
          </a:solidFill>
          <a:ln w="19050">
            <a:noFill/>
            <a:miter lim="800000"/>
          </a:ln>
        </p:spPr>
        <p:txBody>
          <a:bodyPr wrap="square">
            <a:noAutofit/>
          </a:bodyPr>
          <a:lstStyle>
            <a:lvl1pPr>
              <a:defRPr sz="1200"/>
            </a:lvl1pPr>
          </a:lstStyle>
          <a:p>
            <a:r>
              <a:rPr lang="en-GB" dirty="0"/>
              <a:t>Add picture</a:t>
            </a:r>
            <a:endParaRPr lang="ar-SA" dirty="0"/>
          </a:p>
        </p:txBody>
      </p:sp>
      <p:sp>
        <p:nvSpPr>
          <p:cNvPr id="7" name="Rectangle 6">
            <a:extLst>
              <a:ext uri="{FF2B5EF4-FFF2-40B4-BE49-F238E27FC236}">
                <a16:creationId xmlns:a16="http://schemas.microsoft.com/office/drawing/2014/main" id="{287FD12B-4DF0-18D6-1F3C-10055179B50D}"/>
              </a:ext>
            </a:extLst>
          </p:cNvPr>
          <p:cNvSpPr/>
          <p:nvPr userDrawn="1"/>
        </p:nvSpPr>
        <p:spPr>
          <a:xfrm>
            <a:off x="1985963" y="1991916"/>
            <a:ext cx="7653337" cy="2906040"/>
          </a:xfrm>
          <a:prstGeom prst="rect">
            <a:avLst/>
          </a:prstGeom>
          <a:solidFill>
            <a:schemeClr val="accent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8" name="Rectangle 7">
            <a:extLst>
              <a:ext uri="{FF2B5EF4-FFF2-40B4-BE49-F238E27FC236}">
                <a16:creationId xmlns:a16="http://schemas.microsoft.com/office/drawing/2014/main" id="{206A9A88-330A-1D1B-7639-29F93FEA9B15}"/>
              </a:ext>
            </a:extLst>
          </p:cNvPr>
          <p:cNvSpPr/>
          <p:nvPr userDrawn="1"/>
        </p:nvSpPr>
        <p:spPr>
          <a:xfrm>
            <a:off x="4819650" y="4899425"/>
            <a:ext cx="852487"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2268539" y="1990447"/>
            <a:ext cx="5953124" cy="1706400"/>
          </a:xfrm>
        </p:spPr>
        <p:txBody>
          <a:bodyPr anchor="ctr" anchorCtr="0"/>
          <a:lstStyle>
            <a:lvl1pPr algn="l">
              <a:defRPr sz="48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2268539" y="3696847"/>
            <a:ext cx="5670550" cy="1197634"/>
          </a:xfrm>
        </p:spPr>
        <p:txBody>
          <a:bodyPr anchor="ctr" anchorCtr="0"/>
          <a:lstStyle>
            <a:lvl1pPr marL="0" indent="0" algn="l">
              <a:spcAft>
                <a:spcPts val="0"/>
              </a:spcAft>
              <a:buNone/>
              <a:defRPr sz="1600">
                <a:solidFill>
                  <a:schemeClr val="bg1"/>
                </a:solidFill>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50" name="Rectangle 49">
            <a:extLst>
              <a:ext uri="{FF2B5EF4-FFF2-40B4-BE49-F238E27FC236}">
                <a16:creationId xmlns:a16="http://schemas.microsoft.com/office/drawing/2014/main" id="{B3BF3560-3CD1-0B64-03EA-D256199991D0}"/>
              </a:ext>
            </a:extLst>
          </p:cNvPr>
          <p:cNvSpPr/>
          <p:nvPr userDrawn="1"/>
        </p:nvSpPr>
        <p:spPr>
          <a:xfrm>
            <a:off x="5672137" y="4899425"/>
            <a:ext cx="847725"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1" name="Rectangle 50">
            <a:extLst>
              <a:ext uri="{FF2B5EF4-FFF2-40B4-BE49-F238E27FC236}">
                <a16:creationId xmlns:a16="http://schemas.microsoft.com/office/drawing/2014/main" id="{3170E404-5E3C-3FBF-484E-C38B7B8B1201}"/>
              </a:ext>
            </a:extLst>
          </p:cNvPr>
          <p:cNvSpPr/>
          <p:nvPr userDrawn="1"/>
        </p:nvSpPr>
        <p:spPr>
          <a:xfrm>
            <a:off x="6523038" y="4899425"/>
            <a:ext cx="850900"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2" name="Rectangle 51">
            <a:extLst>
              <a:ext uri="{FF2B5EF4-FFF2-40B4-BE49-F238E27FC236}">
                <a16:creationId xmlns:a16="http://schemas.microsoft.com/office/drawing/2014/main" id="{1A999DE3-E86C-A102-47F6-4FACE3E8D029}"/>
              </a:ext>
            </a:extLst>
          </p:cNvPr>
          <p:cNvSpPr/>
          <p:nvPr userDrawn="1"/>
        </p:nvSpPr>
        <p:spPr>
          <a:xfrm>
            <a:off x="7373938" y="4899425"/>
            <a:ext cx="850900"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6" name="Rectangle 55">
            <a:extLst>
              <a:ext uri="{FF2B5EF4-FFF2-40B4-BE49-F238E27FC236}">
                <a16:creationId xmlns:a16="http://schemas.microsoft.com/office/drawing/2014/main" id="{C9233BE1-3AEE-3BAE-81BA-7A0BC2CE4544}"/>
              </a:ext>
            </a:extLst>
          </p:cNvPr>
          <p:cNvSpPr/>
          <p:nvPr userDrawn="1"/>
        </p:nvSpPr>
        <p:spPr>
          <a:xfrm>
            <a:off x="11056937" y="4894481"/>
            <a:ext cx="847725"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7" name="Rectangle 66">
            <a:extLst>
              <a:ext uri="{FF2B5EF4-FFF2-40B4-BE49-F238E27FC236}">
                <a16:creationId xmlns:a16="http://schemas.microsoft.com/office/drawing/2014/main" id="{11F208DE-5B9E-F53C-1FF3-5BB6E64F20AD}"/>
              </a:ext>
            </a:extLst>
          </p:cNvPr>
          <p:cNvSpPr/>
          <p:nvPr userDrawn="1"/>
        </p:nvSpPr>
        <p:spPr>
          <a:xfrm>
            <a:off x="11056937" y="4365625"/>
            <a:ext cx="847726"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2" name="Picture Placeholder 65">
            <a:extLst>
              <a:ext uri="{FF2B5EF4-FFF2-40B4-BE49-F238E27FC236}">
                <a16:creationId xmlns:a16="http://schemas.microsoft.com/office/drawing/2014/main" id="{20DA749F-EC0C-795A-219D-5489435012C1}"/>
              </a:ext>
            </a:extLst>
          </p:cNvPr>
          <p:cNvSpPr>
            <a:spLocks noGrp="1"/>
          </p:cNvSpPr>
          <p:nvPr>
            <p:ph type="pic" sz="quarter" idx="15" hasCustomPrompt="1"/>
          </p:nvPr>
        </p:nvSpPr>
        <p:spPr>
          <a:xfrm>
            <a:off x="8221663" y="3923072"/>
            <a:ext cx="2835275" cy="2650765"/>
          </a:xfrm>
          <a:solidFill>
            <a:schemeClr val="bg1">
              <a:lumMod val="85000"/>
            </a:schemeClr>
          </a:solidFill>
          <a:ln w="19050">
            <a:solidFill>
              <a:schemeClr val="bg1"/>
            </a:solidFill>
            <a:miter lim="800000"/>
          </a:ln>
        </p:spPr>
        <p:txBody>
          <a:bodyPr/>
          <a:lstStyle>
            <a:lvl1pPr>
              <a:defRPr sz="1200"/>
            </a:lvl1pPr>
          </a:lstStyle>
          <a:p>
            <a:r>
              <a:rPr lang="en-GB" dirty="0"/>
              <a:t>Add picture</a:t>
            </a:r>
            <a:endParaRPr lang="ar-SA" dirty="0"/>
          </a:p>
        </p:txBody>
      </p:sp>
      <p:grpSp>
        <p:nvGrpSpPr>
          <p:cNvPr id="19" name="Group 18">
            <a:extLst>
              <a:ext uri="{FF2B5EF4-FFF2-40B4-BE49-F238E27FC236}">
                <a16:creationId xmlns:a16="http://schemas.microsoft.com/office/drawing/2014/main" id="{43A31D33-9384-4E2D-EAD5-21D86D1EEE05}"/>
              </a:ext>
            </a:extLst>
          </p:cNvPr>
          <p:cNvGrpSpPr>
            <a:grpSpLocks noChangeAspect="1"/>
          </p:cNvGrpSpPr>
          <p:nvPr userDrawn="1"/>
        </p:nvGrpSpPr>
        <p:grpSpPr>
          <a:xfrm>
            <a:off x="285750" y="282721"/>
            <a:ext cx="1701799" cy="1707726"/>
            <a:chOff x="2857500" y="180976"/>
            <a:chExt cx="5924550" cy="5945187"/>
          </a:xfrm>
        </p:grpSpPr>
        <p:sp>
          <p:nvSpPr>
            <p:cNvPr id="20" name="Rectangle 5">
              <a:extLst>
                <a:ext uri="{FF2B5EF4-FFF2-40B4-BE49-F238E27FC236}">
                  <a16:creationId xmlns:a16="http://schemas.microsoft.com/office/drawing/2014/main" id="{8C68E4B3-516A-992A-5574-25DE5B73FEA0}"/>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21" name="Freeform 7">
              <a:extLst>
                <a:ext uri="{FF2B5EF4-FFF2-40B4-BE49-F238E27FC236}">
                  <a16:creationId xmlns:a16="http://schemas.microsoft.com/office/drawing/2014/main" id="{B80D9D1A-DDA0-54A5-DC51-5DC40D15C399}"/>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8">
              <a:extLst>
                <a:ext uri="{FF2B5EF4-FFF2-40B4-BE49-F238E27FC236}">
                  <a16:creationId xmlns:a16="http://schemas.microsoft.com/office/drawing/2014/main" id="{CB7FF693-B4FD-3F4A-48EA-4CAA3BD83055}"/>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9">
              <a:extLst>
                <a:ext uri="{FF2B5EF4-FFF2-40B4-BE49-F238E27FC236}">
                  <a16:creationId xmlns:a16="http://schemas.microsoft.com/office/drawing/2014/main" id="{90358FF5-C53F-3D22-81E5-D2F628F34850}"/>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10">
              <a:extLst>
                <a:ext uri="{FF2B5EF4-FFF2-40B4-BE49-F238E27FC236}">
                  <a16:creationId xmlns:a16="http://schemas.microsoft.com/office/drawing/2014/main" id="{5E24B0C0-4FF5-A420-3CBA-5FD588A547EF}"/>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Freeform 11">
              <a:extLst>
                <a:ext uri="{FF2B5EF4-FFF2-40B4-BE49-F238E27FC236}">
                  <a16:creationId xmlns:a16="http://schemas.microsoft.com/office/drawing/2014/main" id="{FCCB8514-9596-A5D7-D1C7-5463C954B77C}"/>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Freeform 12">
              <a:extLst>
                <a:ext uri="{FF2B5EF4-FFF2-40B4-BE49-F238E27FC236}">
                  <a16:creationId xmlns:a16="http://schemas.microsoft.com/office/drawing/2014/main" id="{ED0BE09F-03CB-E771-ABFC-97C88CEC7855}"/>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Rectangle 13">
              <a:extLst>
                <a:ext uri="{FF2B5EF4-FFF2-40B4-BE49-F238E27FC236}">
                  <a16:creationId xmlns:a16="http://schemas.microsoft.com/office/drawing/2014/main" id="{F78E8B5B-12E5-FB51-E905-AFD4C1947710}"/>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14">
              <a:extLst>
                <a:ext uri="{FF2B5EF4-FFF2-40B4-BE49-F238E27FC236}">
                  <a16:creationId xmlns:a16="http://schemas.microsoft.com/office/drawing/2014/main" id="{70E6A720-B9E8-B87E-FCC4-E9F1AA31DE77}"/>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Freeform 15">
              <a:extLst>
                <a:ext uri="{FF2B5EF4-FFF2-40B4-BE49-F238E27FC236}">
                  <a16:creationId xmlns:a16="http://schemas.microsoft.com/office/drawing/2014/main" id="{D8446A1C-0118-83C0-8287-BA86C27351AD}"/>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0" name="Freeform 16">
              <a:extLst>
                <a:ext uri="{FF2B5EF4-FFF2-40B4-BE49-F238E27FC236}">
                  <a16:creationId xmlns:a16="http://schemas.microsoft.com/office/drawing/2014/main" id="{A26D4466-47A6-2CDB-FFDD-BA5B19768F5C}"/>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1" name="Freeform 17">
              <a:extLst>
                <a:ext uri="{FF2B5EF4-FFF2-40B4-BE49-F238E27FC236}">
                  <a16:creationId xmlns:a16="http://schemas.microsoft.com/office/drawing/2014/main" id="{36ABF723-1941-4DA8-B4E2-CA85B6C6954B}"/>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18">
              <a:extLst>
                <a:ext uri="{FF2B5EF4-FFF2-40B4-BE49-F238E27FC236}">
                  <a16:creationId xmlns:a16="http://schemas.microsoft.com/office/drawing/2014/main" id="{682E5F58-4D38-D2FA-16C8-489F0C835477}"/>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19">
              <a:extLst>
                <a:ext uri="{FF2B5EF4-FFF2-40B4-BE49-F238E27FC236}">
                  <a16:creationId xmlns:a16="http://schemas.microsoft.com/office/drawing/2014/main" id="{BEE21306-8702-E8BF-B528-4FDBA071D5B1}"/>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20">
              <a:extLst>
                <a:ext uri="{FF2B5EF4-FFF2-40B4-BE49-F238E27FC236}">
                  <a16:creationId xmlns:a16="http://schemas.microsoft.com/office/drawing/2014/main" id="{5253B799-BDDD-1A10-2B2C-69F926ED1A9B}"/>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21">
              <a:extLst>
                <a:ext uri="{FF2B5EF4-FFF2-40B4-BE49-F238E27FC236}">
                  <a16:creationId xmlns:a16="http://schemas.microsoft.com/office/drawing/2014/main" id="{8DD022BB-3818-9B0A-D153-B7798F89579F}"/>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Rectangle 22">
              <a:extLst>
                <a:ext uri="{FF2B5EF4-FFF2-40B4-BE49-F238E27FC236}">
                  <a16:creationId xmlns:a16="http://schemas.microsoft.com/office/drawing/2014/main" id="{9AD3304C-B51C-72DA-6091-F4B055BEADFB}"/>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Freeform 23">
              <a:extLst>
                <a:ext uri="{FF2B5EF4-FFF2-40B4-BE49-F238E27FC236}">
                  <a16:creationId xmlns:a16="http://schemas.microsoft.com/office/drawing/2014/main" id="{D3735AC4-F848-254A-2F6C-8FCBE3A07800}"/>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24">
              <a:extLst>
                <a:ext uri="{FF2B5EF4-FFF2-40B4-BE49-F238E27FC236}">
                  <a16:creationId xmlns:a16="http://schemas.microsoft.com/office/drawing/2014/main" id="{F94D41D6-1AAB-DEAD-B1D9-076E286A789D}"/>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25">
              <a:extLst>
                <a:ext uri="{FF2B5EF4-FFF2-40B4-BE49-F238E27FC236}">
                  <a16:creationId xmlns:a16="http://schemas.microsoft.com/office/drawing/2014/main" id="{BC49CE07-B749-10E9-6900-8B5FBC207F74}"/>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Line 26">
              <a:extLst>
                <a:ext uri="{FF2B5EF4-FFF2-40B4-BE49-F238E27FC236}">
                  <a16:creationId xmlns:a16="http://schemas.microsoft.com/office/drawing/2014/main" id="{828E43C1-D45E-EF2A-4BF7-A07A45202E50}"/>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41" name="Line 27">
              <a:extLst>
                <a:ext uri="{FF2B5EF4-FFF2-40B4-BE49-F238E27FC236}">
                  <a16:creationId xmlns:a16="http://schemas.microsoft.com/office/drawing/2014/main" id="{F5A1262E-16B3-1C50-4EA8-857311BBB036}"/>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42" name="Line 29">
              <a:extLst>
                <a:ext uri="{FF2B5EF4-FFF2-40B4-BE49-F238E27FC236}">
                  <a16:creationId xmlns:a16="http://schemas.microsoft.com/office/drawing/2014/main" id="{FDF637F9-E845-EF40-7FD8-170680996741}"/>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Tree>
    <p:extLst>
      <p:ext uri="{BB962C8B-B14F-4D97-AF65-F5344CB8AC3E}">
        <p14:creationId xmlns:p14="http://schemas.microsoft.com/office/powerpoint/2010/main" val="276429862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Half">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72CBD82-E7B8-DE75-36CC-C3BEA07B4EED}"/>
              </a:ext>
            </a:extLst>
          </p:cNvPr>
          <p:cNvSpPr>
            <a:spLocks noGrp="1"/>
          </p:cNvSpPr>
          <p:nvPr>
            <p:ph type="pic" sz="quarter" idx="13" hasCustomPrompt="1"/>
          </p:nvPr>
        </p:nvSpPr>
        <p:spPr>
          <a:xfrm>
            <a:off x="295278" y="293694"/>
            <a:ext cx="7350916" cy="6266650"/>
          </a:xfrm>
          <a:solidFill>
            <a:schemeClr val="bg1">
              <a:lumMod val="85000"/>
            </a:schemeClr>
          </a:solidFill>
          <a:ln w="19050">
            <a:noFill/>
            <a:miter lim="800000"/>
          </a:ln>
        </p:spPr>
        <p:txBody>
          <a:bodyPr/>
          <a:lstStyle>
            <a:lvl1pPr>
              <a:defRPr sz="1200"/>
            </a:lvl1pPr>
          </a:lstStyle>
          <a:p>
            <a:r>
              <a:rPr lang="en-GB" dirty="0"/>
              <a:t>Add picture</a:t>
            </a:r>
            <a:endParaRPr lang="ar-SA" dirty="0"/>
          </a:p>
        </p:txBody>
      </p:sp>
      <p:sp>
        <p:nvSpPr>
          <p:cNvPr id="7" name="Rectangle 6">
            <a:extLst>
              <a:ext uri="{FF2B5EF4-FFF2-40B4-BE49-F238E27FC236}">
                <a16:creationId xmlns:a16="http://schemas.microsoft.com/office/drawing/2014/main" id="{287FD12B-4DF0-18D6-1F3C-10055179B50D}"/>
              </a:ext>
            </a:extLst>
          </p:cNvPr>
          <p:cNvSpPr/>
          <p:nvPr userDrawn="1"/>
        </p:nvSpPr>
        <p:spPr>
          <a:xfrm>
            <a:off x="7654925" y="1989534"/>
            <a:ext cx="4252913" cy="304959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8" name="Rectangle 7">
            <a:extLst>
              <a:ext uri="{FF2B5EF4-FFF2-40B4-BE49-F238E27FC236}">
                <a16:creationId xmlns:a16="http://schemas.microsoft.com/office/drawing/2014/main" id="{206A9A88-330A-1D1B-7639-29F93FEA9B15}"/>
              </a:ext>
            </a:extLst>
          </p:cNvPr>
          <p:cNvSpPr/>
          <p:nvPr userDrawn="1"/>
        </p:nvSpPr>
        <p:spPr>
          <a:xfrm>
            <a:off x="7654925" y="5039138"/>
            <a:ext cx="4252913" cy="153160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7939088" y="1987127"/>
            <a:ext cx="3686175" cy="3052011"/>
          </a:xfrm>
        </p:spPr>
        <p:txBody>
          <a:bodyPr anchor="ctr" anchorCtr="0"/>
          <a:lstStyle>
            <a:lvl1pPr algn="l">
              <a:defRPr sz="48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7939089" y="5039132"/>
            <a:ext cx="3686174" cy="1531603"/>
          </a:xfrm>
        </p:spPr>
        <p:txBody>
          <a:bodyPr anchor="ctr" anchorCtr="0"/>
          <a:lstStyle>
            <a:lvl1pPr marL="0" indent="0" algn="l">
              <a:spcAft>
                <a:spcPts val="0"/>
              </a:spcAft>
              <a:buNone/>
              <a:defRPr sz="1600">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grpSp>
        <p:nvGrpSpPr>
          <p:cNvPr id="4" name="Group 3">
            <a:extLst>
              <a:ext uri="{FF2B5EF4-FFF2-40B4-BE49-F238E27FC236}">
                <a16:creationId xmlns:a16="http://schemas.microsoft.com/office/drawing/2014/main" id="{C2042FD5-C414-8D27-8F32-C2466400DFE4}"/>
              </a:ext>
            </a:extLst>
          </p:cNvPr>
          <p:cNvGrpSpPr>
            <a:grpSpLocks noChangeAspect="1"/>
          </p:cNvGrpSpPr>
          <p:nvPr userDrawn="1"/>
        </p:nvGrpSpPr>
        <p:grpSpPr>
          <a:xfrm>
            <a:off x="10206038" y="281224"/>
            <a:ext cx="1701799" cy="1707726"/>
            <a:chOff x="2857500" y="180976"/>
            <a:chExt cx="5924550" cy="5945187"/>
          </a:xfrm>
        </p:grpSpPr>
        <p:sp>
          <p:nvSpPr>
            <p:cNvPr id="5" name="Rectangle 5">
              <a:extLst>
                <a:ext uri="{FF2B5EF4-FFF2-40B4-BE49-F238E27FC236}">
                  <a16:creationId xmlns:a16="http://schemas.microsoft.com/office/drawing/2014/main" id="{7B091569-9213-9846-BF4B-3A222E560072}"/>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6" name="Freeform 7">
              <a:extLst>
                <a:ext uri="{FF2B5EF4-FFF2-40B4-BE49-F238E27FC236}">
                  <a16:creationId xmlns:a16="http://schemas.microsoft.com/office/drawing/2014/main" id="{CA7DE344-2488-851C-0778-136460B6C621}"/>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9" name="Freeform 8">
              <a:extLst>
                <a:ext uri="{FF2B5EF4-FFF2-40B4-BE49-F238E27FC236}">
                  <a16:creationId xmlns:a16="http://schemas.microsoft.com/office/drawing/2014/main" id="{8E0A3F02-D4DF-632D-0178-CC9BAE62B7CA}"/>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1" name="Freeform 9">
              <a:extLst>
                <a:ext uri="{FF2B5EF4-FFF2-40B4-BE49-F238E27FC236}">
                  <a16:creationId xmlns:a16="http://schemas.microsoft.com/office/drawing/2014/main" id="{EF6D2AA8-0131-7ECB-03DD-4A8556CA03BD}"/>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2" name="Freeform 10">
              <a:extLst>
                <a:ext uri="{FF2B5EF4-FFF2-40B4-BE49-F238E27FC236}">
                  <a16:creationId xmlns:a16="http://schemas.microsoft.com/office/drawing/2014/main" id="{9D3E2C0D-1AAC-0EE0-7FA3-A56B8DB37A9C}"/>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3" name="Freeform 11">
              <a:extLst>
                <a:ext uri="{FF2B5EF4-FFF2-40B4-BE49-F238E27FC236}">
                  <a16:creationId xmlns:a16="http://schemas.microsoft.com/office/drawing/2014/main" id="{9E7B55ED-45EE-85E5-2256-E0AAA54EC531}"/>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4" name="Freeform 12">
              <a:extLst>
                <a:ext uri="{FF2B5EF4-FFF2-40B4-BE49-F238E27FC236}">
                  <a16:creationId xmlns:a16="http://schemas.microsoft.com/office/drawing/2014/main" id="{A8F8BB06-EA52-6700-25D6-6BE99CA3517B}"/>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5" name="Rectangle 13">
              <a:extLst>
                <a:ext uri="{FF2B5EF4-FFF2-40B4-BE49-F238E27FC236}">
                  <a16:creationId xmlns:a16="http://schemas.microsoft.com/office/drawing/2014/main" id="{6618716F-B3BB-7C0B-AC52-468F62EBEBEB}"/>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6" name="Freeform 14">
              <a:extLst>
                <a:ext uri="{FF2B5EF4-FFF2-40B4-BE49-F238E27FC236}">
                  <a16:creationId xmlns:a16="http://schemas.microsoft.com/office/drawing/2014/main" id="{D582F564-170D-C826-5EC7-078DC9D2B05D}"/>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7" name="Freeform 15">
              <a:extLst>
                <a:ext uri="{FF2B5EF4-FFF2-40B4-BE49-F238E27FC236}">
                  <a16:creationId xmlns:a16="http://schemas.microsoft.com/office/drawing/2014/main" id="{9CCD3628-A781-131A-2EB0-7FE8699F53CD}"/>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8" name="Freeform 16">
              <a:extLst>
                <a:ext uri="{FF2B5EF4-FFF2-40B4-BE49-F238E27FC236}">
                  <a16:creationId xmlns:a16="http://schemas.microsoft.com/office/drawing/2014/main" id="{10D534C7-5A53-0908-A875-7D8928C54C1C}"/>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3" name="Freeform 17">
              <a:extLst>
                <a:ext uri="{FF2B5EF4-FFF2-40B4-BE49-F238E27FC236}">
                  <a16:creationId xmlns:a16="http://schemas.microsoft.com/office/drawing/2014/main" id="{8D490915-C754-8DE8-7CBC-C50F044A8650}"/>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4" name="Freeform 18">
              <a:extLst>
                <a:ext uri="{FF2B5EF4-FFF2-40B4-BE49-F238E27FC236}">
                  <a16:creationId xmlns:a16="http://schemas.microsoft.com/office/drawing/2014/main" id="{0813770D-5FE1-886F-5136-C342A87AD8F6}"/>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5" name="Freeform 19">
              <a:extLst>
                <a:ext uri="{FF2B5EF4-FFF2-40B4-BE49-F238E27FC236}">
                  <a16:creationId xmlns:a16="http://schemas.microsoft.com/office/drawing/2014/main" id="{E5F1E4BC-6875-C084-7F91-483D4EAC93CE}"/>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6" name="Freeform 20">
              <a:extLst>
                <a:ext uri="{FF2B5EF4-FFF2-40B4-BE49-F238E27FC236}">
                  <a16:creationId xmlns:a16="http://schemas.microsoft.com/office/drawing/2014/main" id="{B212DA99-2B15-F72E-5AC6-D4A1878AD3D4}"/>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7" name="Freeform 21">
              <a:extLst>
                <a:ext uri="{FF2B5EF4-FFF2-40B4-BE49-F238E27FC236}">
                  <a16:creationId xmlns:a16="http://schemas.microsoft.com/office/drawing/2014/main" id="{7CC4D8EF-DB38-16B2-CED9-DEC036B188E5}"/>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8" name="Rectangle 22">
              <a:extLst>
                <a:ext uri="{FF2B5EF4-FFF2-40B4-BE49-F238E27FC236}">
                  <a16:creationId xmlns:a16="http://schemas.microsoft.com/office/drawing/2014/main" id="{1FB709B0-4C3B-10EE-7D6A-D089F6C11FCE}"/>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9" name="Freeform 23">
              <a:extLst>
                <a:ext uri="{FF2B5EF4-FFF2-40B4-BE49-F238E27FC236}">
                  <a16:creationId xmlns:a16="http://schemas.microsoft.com/office/drawing/2014/main" id="{FE10D9A7-630D-1E79-5305-199CF29D3540}"/>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0" name="Freeform 24">
              <a:extLst>
                <a:ext uri="{FF2B5EF4-FFF2-40B4-BE49-F238E27FC236}">
                  <a16:creationId xmlns:a16="http://schemas.microsoft.com/office/drawing/2014/main" id="{6BD3A248-E334-77FD-BB9B-C856CE7BDCA9}"/>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1" name="Freeform 25">
              <a:extLst>
                <a:ext uri="{FF2B5EF4-FFF2-40B4-BE49-F238E27FC236}">
                  <a16:creationId xmlns:a16="http://schemas.microsoft.com/office/drawing/2014/main" id="{F2CC42E0-B179-8F3E-EA6E-B482B14D55EB}"/>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2" name="Line 26">
              <a:extLst>
                <a:ext uri="{FF2B5EF4-FFF2-40B4-BE49-F238E27FC236}">
                  <a16:creationId xmlns:a16="http://schemas.microsoft.com/office/drawing/2014/main" id="{653F573C-0E96-BFD1-EED8-054C28AEB10E}"/>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53" name="Line 27">
              <a:extLst>
                <a:ext uri="{FF2B5EF4-FFF2-40B4-BE49-F238E27FC236}">
                  <a16:creationId xmlns:a16="http://schemas.microsoft.com/office/drawing/2014/main" id="{5079949B-D618-B9F4-D279-7922C0148304}"/>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54" name="Line 29">
              <a:extLst>
                <a:ext uri="{FF2B5EF4-FFF2-40B4-BE49-F238E27FC236}">
                  <a16:creationId xmlns:a16="http://schemas.microsoft.com/office/drawing/2014/main" id="{3B61E0CA-1748-815D-0E8D-C8BAF9A499EA}"/>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19" name="Rectangle 18">
            <a:extLst>
              <a:ext uri="{FF2B5EF4-FFF2-40B4-BE49-F238E27FC236}">
                <a16:creationId xmlns:a16="http://schemas.microsoft.com/office/drawing/2014/main" id="{1E9D07EA-0A96-7823-29EF-F80CFEA6446B}"/>
              </a:ext>
            </a:extLst>
          </p:cNvPr>
          <p:cNvSpPr/>
          <p:nvPr userDrawn="1"/>
        </p:nvSpPr>
        <p:spPr>
          <a:xfrm>
            <a:off x="284163" y="284164"/>
            <a:ext cx="7370745" cy="62865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Tree>
    <p:extLst>
      <p:ext uri="{BB962C8B-B14F-4D97-AF65-F5344CB8AC3E}">
        <p14:creationId xmlns:p14="http://schemas.microsoft.com/office/powerpoint/2010/main" val="24665373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Half - COLOUR">
    <p:bg>
      <p:bgPr>
        <a:solidFill>
          <a:schemeClr val="accent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7FD12B-4DF0-18D6-1F3C-10055179B50D}"/>
              </a:ext>
            </a:extLst>
          </p:cNvPr>
          <p:cNvSpPr/>
          <p:nvPr userDrawn="1"/>
        </p:nvSpPr>
        <p:spPr>
          <a:xfrm>
            <a:off x="7654925" y="1989534"/>
            <a:ext cx="4252913" cy="304987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8" name="Rectangle 7">
            <a:extLst>
              <a:ext uri="{FF2B5EF4-FFF2-40B4-BE49-F238E27FC236}">
                <a16:creationId xmlns:a16="http://schemas.microsoft.com/office/drawing/2014/main" id="{206A9A88-330A-1D1B-7639-29F93FEA9B15}"/>
              </a:ext>
            </a:extLst>
          </p:cNvPr>
          <p:cNvSpPr/>
          <p:nvPr userDrawn="1"/>
        </p:nvSpPr>
        <p:spPr>
          <a:xfrm>
            <a:off x="7654925" y="5040002"/>
            <a:ext cx="4252913" cy="153074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7939088" y="1987200"/>
            <a:ext cx="3686175" cy="3052801"/>
          </a:xfrm>
        </p:spPr>
        <p:txBody>
          <a:bodyPr anchor="ctr" anchorCtr="0"/>
          <a:lstStyle>
            <a:lvl1pPr algn="l">
              <a:defRPr sz="48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7939089" y="5039418"/>
            <a:ext cx="3686174" cy="1531321"/>
          </a:xfrm>
        </p:spPr>
        <p:txBody>
          <a:bodyPr anchor="ctr" anchorCtr="0"/>
          <a:lstStyle>
            <a:lvl1pPr marL="0" indent="0" algn="l">
              <a:spcAft>
                <a:spcPts val="0"/>
              </a:spcAft>
              <a:buNone/>
              <a:defRPr sz="1600">
                <a:solidFill>
                  <a:schemeClr val="bg1"/>
                </a:solidFill>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grpSp>
        <p:nvGrpSpPr>
          <p:cNvPr id="19" name="Group 18">
            <a:extLst>
              <a:ext uri="{FF2B5EF4-FFF2-40B4-BE49-F238E27FC236}">
                <a16:creationId xmlns:a16="http://schemas.microsoft.com/office/drawing/2014/main" id="{94A2BD06-93DB-D117-F431-52112EB5E8C2}"/>
              </a:ext>
            </a:extLst>
          </p:cNvPr>
          <p:cNvGrpSpPr>
            <a:grpSpLocks noChangeAspect="1"/>
          </p:cNvGrpSpPr>
          <p:nvPr userDrawn="1"/>
        </p:nvGrpSpPr>
        <p:grpSpPr>
          <a:xfrm>
            <a:off x="10206038" y="281224"/>
            <a:ext cx="1701799" cy="1707726"/>
            <a:chOff x="2857500" y="180976"/>
            <a:chExt cx="5924550" cy="5945187"/>
          </a:xfrm>
        </p:grpSpPr>
        <p:sp>
          <p:nvSpPr>
            <p:cNvPr id="20" name="Rectangle 5">
              <a:extLst>
                <a:ext uri="{FF2B5EF4-FFF2-40B4-BE49-F238E27FC236}">
                  <a16:creationId xmlns:a16="http://schemas.microsoft.com/office/drawing/2014/main" id="{6305D62C-06B4-6D7A-F1BC-888F44DF383A}"/>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21" name="Freeform 7">
              <a:extLst>
                <a:ext uri="{FF2B5EF4-FFF2-40B4-BE49-F238E27FC236}">
                  <a16:creationId xmlns:a16="http://schemas.microsoft.com/office/drawing/2014/main" id="{C3A9EC2C-FB35-B93A-B233-434116783C1C}"/>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8">
              <a:extLst>
                <a:ext uri="{FF2B5EF4-FFF2-40B4-BE49-F238E27FC236}">
                  <a16:creationId xmlns:a16="http://schemas.microsoft.com/office/drawing/2014/main" id="{4A084881-4DA2-9959-FAB2-99D234588481}"/>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9">
              <a:extLst>
                <a:ext uri="{FF2B5EF4-FFF2-40B4-BE49-F238E27FC236}">
                  <a16:creationId xmlns:a16="http://schemas.microsoft.com/office/drawing/2014/main" id="{BD1B5F48-8793-301B-1A6B-95C486264071}"/>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10">
              <a:extLst>
                <a:ext uri="{FF2B5EF4-FFF2-40B4-BE49-F238E27FC236}">
                  <a16:creationId xmlns:a16="http://schemas.microsoft.com/office/drawing/2014/main" id="{5802D805-3226-62DC-E453-F3D13B7951B4}"/>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Freeform 11">
              <a:extLst>
                <a:ext uri="{FF2B5EF4-FFF2-40B4-BE49-F238E27FC236}">
                  <a16:creationId xmlns:a16="http://schemas.microsoft.com/office/drawing/2014/main" id="{23DAE9D5-9169-6531-F2CA-DFFF46D4D718}"/>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Freeform 12">
              <a:extLst>
                <a:ext uri="{FF2B5EF4-FFF2-40B4-BE49-F238E27FC236}">
                  <a16:creationId xmlns:a16="http://schemas.microsoft.com/office/drawing/2014/main" id="{353A2D73-7929-C871-E8F7-ABCC7F2083C6}"/>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Rectangle 13">
              <a:extLst>
                <a:ext uri="{FF2B5EF4-FFF2-40B4-BE49-F238E27FC236}">
                  <a16:creationId xmlns:a16="http://schemas.microsoft.com/office/drawing/2014/main" id="{5B13BA16-8AC8-5192-A079-C18FBB9121AE}"/>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14">
              <a:extLst>
                <a:ext uri="{FF2B5EF4-FFF2-40B4-BE49-F238E27FC236}">
                  <a16:creationId xmlns:a16="http://schemas.microsoft.com/office/drawing/2014/main" id="{4E4B8F3E-F5C3-E760-1319-A9EF5D22677D}"/>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Freeform 15">
              <a:extLst>
                <a:ext uri="{FF2B5EF4-FFF2-40B4-BE49-F238E27FC236}">
                  <a16:creationId xmlns:a16="http://schemas.microsoft.com/office/drawing/2014/main" id="{4BC98BA8-3816-5BDA-59C5-2C3F5811D670}"/>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0" name="Freeform 16">
              <a:extLst>
                <a:ext uri="{FF2B5EF4-FFF2-40B4-BE49-F238E27FC236}">
                  <a16:creationId xmlns:a16="http://schemas.microsoft.com/office/drawing/2014/main" id="{5F51D7F2-A69B-1221-5E50-5372F89FDA2B}"/>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1" name="Freeform 17">
              <a:extLst>
                <a:ext uri="{FF2B5EF4-FFF2-40B4-BE49-F238E27FC236}">
                  <a16:creationId xmlns:a16="http://schemas.microsoft.com/office/drawing/2014/main" id="{B9815FA7-C5C8-BBD6-9CAE-59C9179969B0}"/>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18">
              <a:extLst>
                <a:ext uri="{FF2B5EF4-FFF2-40B4-BE49-F238E27FC236}">
                  <a16:creationId xmlns:a16="http://schemas.microsoft.com/office/drawing/2014/main" id="{87FB24D3-444A-73B6-5A35-34A30E3BACDD}"/>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19">
              <a:extLst>
                <a:ext uri="{FF2B5EF4-FFF2-40B4-BE49-F238E27FC236}">
                  <a16:creationId xmlns:a16="http://schemas.microsoft.com/office/drawing/2014/main" id="{009B83B7-968D-FEDD-AB64-31BEC9209FA6}"/>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20">
              <a:extLst>
                <a:ext uri="{FF2B5EF4-FFF2-40B4-BE49-F238E27FC236}">
                  <a16:creationId xmlns:a16="http://schemas.microsoft.com/office/drawing/2014/main" id="{A78A2B9F-7E78-6746-B17A-78A345075E6B}"/>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21">
              <a:extLst>
                <a:ext uri="{FF2B5EF4-FFF2-40B4-BE49-F238E27FC236}">
                  <a16:creationId xmlns:a16="http://schemas.microsoft.com/office/drawing/2014/main" id="{E68494F9-9A3B-842E-9420-557B7EF2D527}"/>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Rectangle 22">
              <a:extLst>
                <a:ext uri="{FF2B5EF4-FFF2-40B4-BE49-F238E27FC236}">
                  <a16:creationId xmlns:a16="http://schemas.microsoft.com/office/drawing/2014/main" id="{35B42223-1B7E-8810-62E0-AB7F6C83F3FE}"/>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Freeform 23">
              <a:extLst>
                <a:ext uri="{FF2B5EF4-FFF2-40B4-BE49-F238E27FC236}">
                  <a16:creationId xmlns:a16="http://schemas.microsoft.com/office/drawing/2014/main" id="{AA2E8F45-845A-ED6B-72CB-B5C4ADE1E8AF}"/>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24">
              <a:extLst>
                <a:ext uri="{FF2B5EF4-FFF2-40B4-BE49-F238E27FC236}">
                  <a16:creationId xmlns:a16="http://schemas.microsoft.com/office/drawing/2014/main" id="{E25755D1-9E09-BDE3-AED9-52E6F5D16841}"/>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25">
              <a:extLst>
                <a:ext uri="{FF2B5EF4-FFF2-40B4-BE49-F238E27FC236}">
                  <a16:creationId xmlns:a16="http://schemas.microsoft.com/office/drawing/2014/main" id="{95C21CC1-3739-F36E-FD0E-9A4301A592C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Line 26">
              <a:extLst>
                <a:ext uri="{FF2B5EF4-FFF2-40B4-BE49-F238E27FC236}">
                  <a16:creationId xmlns:a16="http://schemas.microsoft.com/office/drawing/2014/main" id="{30BC496A-DB79-09CC-EBE2-5676A43662BA}"/>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41" name="Line 27">
              <a:extLst>
                <a:ext uri="{FF2B5EF4-FFF2-40B4-BE49-F238E27FC236}">
                  <a16:creationId xmlns:a16="http://schemas.microsoft.com/office/drawing/2014/main" id="{3F0D2738-C874-2759-7C60-7C9D0284C453}"/>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42" name="Line 29">
              <a:extLst>
                <a:ext uri="{FF2B5EF4-FFF2-40B4-BE49-F238E27FC236}">
                  <a16:creationId xmlns:a16="http://schemas.microsoft.com/office/drawing/2014/main" id="{C45E5239-D28C-1B8A-CB0F-1558660F493E}"/>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4" name="Picture Placeholder 9">
            <a:extLst>
              <a:ext uri="{FF2B5EF4-FFF2-40B4-BE49-F238E27FC236}">
                <a16:creationId xmlns:a16="http://schemas.microsoft.com/office/drawing/2014/main" id="{30198DD4-58B7-BD8E-AB84-BFE9C964801C}"/>
              </a:ext>
            </a:extLst>
          </p:cNvPr>
          <p:cNvSpPr>
            <a:spLocks noGrp="1"/>
          </p:cNvSpPr>
          <p:nvPr>
            <p:ph type="pic" sz="quarter" idx="13" hasCustomPrompt="1"/>
          </p:nvPr>
        </p:nvSpPr>
        <p:spPr>
          <a:xfrm>
            <a:off x="295278" y="293694"/>
            <a:ext cx="7350916" cy="6266650"/>
          </a:xfrm>
          <a:solidFill>
            <a:schemeClr val="bg1">
              <a:lumMod val="85000"/>
            </a:schemeClr>
          </a:solidFill>
          <a:ln w="19050">
            <a:noFill/>
            <a:miter lim="800000"/>
          </a:ln>
        </p:spPr>
        <p:txBody>
          <a:bodyPr/>
          <a:lstStyle>
            <a:lvl1pPr>
              <a:defRPr sz="1200"/>
            </a:lvl1pPr>
          </a:lstStyle>
          <a:p>
            <a:r>
              <a:rPr lang="en-GB" dirty="0"/>
              <a:t>Add picture</a:t>
            </a:r>
            <a:endParaRPr lang="ar-SA" dirty="0"/>
          </a:p>
        </p:txBody>
      </p:sp>
      <p:sp>
        <p:nvSpPr>
          <p:cNvPr id="5" name="Rectangle 4">
            <a:extLst>
              <a:ext uri="{FF2B5EF4-FFF2-40B4-BE49-F238E27FC236}">
                <a16:creationId xmlns:a16="http://schemas.microsoft.com/office/drawing/2014/main" id="{6679A47C-EFDB-E9EF-8A1C-B051C5278D4A}"/>
              </a:ext>
            </a:extLst>
          </p:cNvPr>
          <p:cNvSpPr/>
          <p:nvPr userDrawn="1"/>
        </p:nvSpPr>
        <p:spPr>
          <a:xfrm>
            <a:off x="284163" y="284164"/>
            <a:ext cx="7370745" cy="628657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Tree>
    <p:extLst>
      <p:ext uri="{BB962C8B-B14F-4D97-AF65-F5344CB8AC3E}">
        <p14:creationId xmlns:p14="http://schemas.microsoft.com/office/powerpoint/2010/main" val="71427362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Half al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72CBD82-E7B8-DE75-36CC-C3BEA07B4EED}"/>
              </a:ext>
            </a:extLst>
          </p:cNvPr>
          <p:cNvSpPr>
            <a:spLocks noGrp="1"/>
          </p:cNvSpPr>
          <p:nvPr>
            <p:ph type="pic" sz="quarter" idx="13" hasCustomPrompt="1"/>
          </p:nvPr>
        </p:nvSpPr>
        <p:spPr>
          <a:xfrm>
            <a:off x="5113344" y="294881"/>
            <a:ext cx="6785761" cy="5741588"/>
          </a:xfrm>
          <a:solidFill>
            <a:schemeClr val="bg1">
              <a:lumMod val="85000"/>
            </a:schemeClr>
          </a:solidFill>
          <a:ln w="19050">
            <a:noFill/>
            <a:miter lim="800000"/>
          </a:ln>
        </p:spPr>
        <p:txBody>
          <a:bodyPr/>
          <a:lstStyle>
            <a:lvl1pPr>
              <a:defRPr sz="1200"/>
            </a:lvl1pPr>
          </a:lstStyle>
          <a:p>
            <a:r>
              <a:rPr lang="en-GB" dirty="0"/>
              <a:t>Add picture</a:t>
            </a:r>
            <a:endParaRPr lang="ar-SA" dirty="0"/>
          </a:p>
        </p:txBody>
      </p:sp>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284164" y="2551359"/>
            <a:ext cx="4535486" cy="2779177"/>
          </a:xfrm>
        </p:spPr>
        <p:txBody>
          <a:bodyPr anchor="ctr" anchorCtr="0"/>
          <a:lstStyle>
            <a:lvl1pPr algn="l">
              <a:defRPr sz="48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284163" y="5330536"/>
            <a:ext cx="4535487" cy="1238777"/>
          </a:xfrm>
        </p:spPr>
        <p:txBody>
          <a:bodyPr anchor="ctr" anchorCtr="0"/>
          <a:lstStyle>
            <a:lvl1pPr marL="0" indent="0" algn="l">
              <a:spcAft>
                <a:spcPts val="0"/>
              </a:spcAft>
              <a:buNone/>
              <a:defRPr sz="1600">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grpSp>
        <p:nvGrpSpPr>
          <p:cNvPr id="19" name="Group 18">
            <a:extLst>
              <a:ext uri="{FF2B5EF4-FFF2-40B4-BE49-F238E27FC236}">
                <a16:creationId xmlns:a16="http://schemas.microsoft.com/office/drawing/2014/main" id="{0D53607D-CF05-AA8C-EFC7-25E3F1C22A87}"/>
              </a:ext>
            </a:extLst>
          </p:cNvPr>
          <p:cNvGrpSpPr>
            <a:grpSpLocks noChangeAspect="1"/>
          </p:cNvGrpSpPr>
          <p:nvPr userDrawn="1"/>
        </p:nvGrpSpPr>
        <p:grpSpPr>
          <a:xfrm>
            <a:off x="284164" y="285488"/>
            <a:ext cx="1701799" cy="1707726"/>
            <a:chOff x="2857500" y="180976"/>
            <a:chExt cx="5924550" cy="5945187"/>
          </a:xfrm>
        </p:grpSpPr>
        <p:sp>
          <p:nvSpPr>
            <p:cNvPr id="20" name="Rectangle 5">
              <a:extLst>
                <a:ext uri="{FF2B5EF4-FFF2-40B4-BE49-F238E27FC236}">
                  <a16:creationId xmlns:a16="http://schemas.microsoft.com/office/drawing/2014/main" id="{C7A33C28-CD32-D1F9-24FF-74A11CEF4F79}"/>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21" name="Freeform 7">
              <a:extLst>
                <a:ext uri="{FF2B5EF4-FFF2-40B4-BE49-F238E27FC236}">
                  <a16:creationId xmlns:a16="http://schemas.microsoft.com/office/drawing/2014/main" id="{5A6CC8CA-7494-5997-F489-BB147F6C7CAC}"/>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8">
              <a:extLst>
                <a:ext uri="{FF2B5EF4-FFF2-40B4-BE49-F238E27FC236}">
                  <a16:creationId xmlns:a16="http://schemas.microsoft.com/office/drawing/2014/main" id="{27103BEA-485C-CBBB-1E19-C05C43FB442E}"/>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9">
              <a:extLst>
                <a:ext uri="{FF2B5EF4-FFF2-40B4-BE49-F238E27FC236}">
                  <a16:creationId xmlns:a16="http://schemas.microsoft.com/office/drawing/2014/main" id="{7A7F32AA-D009-9F2D-84EF-41B4F9F3C1F4}"/>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10">
              <a:extLst>
                <a:ext uri="{FF2B5EF4-FFF2-40B4-BE49-F238E27FC236}">
                  <a16:creationId xmlns:a16="http://schemas.microsoft.com/office/drawing/2014/main" id="{4522A8EE-48BD-BEB0-1CAD-990D7A2EBD97}"/>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Freeform 11">
              <a:extLst>
                <a:ext uri="{FF2B5EF4-FFF2-40B4-BE49-F238E27FC236}">
                  <a16:creationId xmlns:a16="http://schemas.microsoft.com/office/drawing/2014/main" id="{FA5DFAC6-07B5-6805-2CF8-B278CF939C97}"/>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Freeform 12">
              <a:extLst>
                <a:ext uri="{FF2B5EF4-FFF2-40B4-BE49-F238E27FC236}">
                  <a16:creationId xmlns:a16="http://schemas.microsoft.com/office/drawing/2014/main" id="{5A308531-415D-7397-FBD1-322933ED66DA}"/>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Rectangle 26">
              <a:extLst>
                <a:ext uri="{FF2B5EF4-FFF2-40B4-BE49-F238E27FC236}">
                  <a16:creationId xmlns:a16="http://schemas.microsoft.com/office/drawing/2014/main" id="{3CB3D09A-1F1A-C59F-4161-16150708971D}"/>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14">
              <a:extLst>
                <a:ext uri="{FF2B5EF4-FFF2-40B4-BE49-F238E27FC236}">
                  <a16:creationId xmlns:a16="http://schemas.microsoft.com/office/drawing/2014/main" id="{A8D9B71C-0A95-7856-3730-7E8B48B6F411}"/>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Freeform 15">
              <a:extLst>
                <a:ext uri="{FF2B5EF4-FFF2-40B4-BE49-F238E27FC236}">
                  <a16:creationId xmlns:a16="http://schemas.microsoft.com/office/drawing/2014/main" id="{6A6ACDBB-BBA0-3ED5-7E54-5B0648B94F7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0" name="Freeform 16">
              <a:extLst>
                <a:ext uri="{FF2B5EF4-FFF2-40B4-BE49-F238E27FC236}">
                  <a16:creationId xmlns:a16="http://schemas.microsoft.com/office/drawing/2014/main" id="{F54D33DE-2724-294D-BDEB-2B333F613925}"/>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1" name="Freeform 17">
              <a:extLst>
                <a:ext uri="{FF2B5EF4-FFF2-40B4-BE49-F238E27FC236}">
                  <a16:creationId xmlns:a16="http://schemas.microsoft.com/office/drawing/2014/main" id="{9266EF39-1FA4-0EA6-8B54-212E6D105550}"/>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18">
              <a:extLst>
                <a:ext uri="{FF2B5EF4-FFF2-40B4-BE49-F238E27FC236}">
                  <a16:creationId xmlns:a16="http://schemas.microsoft.com/office/drawing/2014/main" id="{23B953F5-B394-5AF4-0DFE-7D1CD94D9C9F}"/>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19">
              <a:extLst>
                <a:ext uri="{FF2B5EF4-FFF2-40B4-BE49-F238E27FC236}">
                  <a16:creationId xmlns:a16="http://schemas.microsoft.com/office/drawing/2014/main" id="{31E8926B-8B0D-8B3C-F562-2E6172D294DF}"/>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20">
              <a:extLst>
                <a:ext uri="{FF2B5EF4-FFF2-40B4-BE49-F238E27FC236}">
                  <a16:creationId xmlns:a16="http://schemas.microsoft.com/office/drawing/2014/main" id="{349686AA-4100-A061-3331-B587DFCC3376}"/>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21">
              <a:extLst>
                <a:ext uri="{FF2B5EF4-FFF2-40B4-BE49-F238E27FC236}">
                  <a16:creationId xmlns:a16="http://schemas.microsoft.com/office/drawing/2014/main" id="{943D1568-129B-B5A4-29CF-FCDAC460F848}"/>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Rectangle 22">
              <a:extLst>
                <a:ext uri="{FF2B5EF4-FFF2-40B4-BE49-F238E27FC236}">
                  <a16:creationId xmlns:a16="http://schemas.microsoft.com/office/drawing/2014/main" id="{6E9FDF24-07EB-7660-FC00-CDDEE01C5723}"/>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Freeform 23">
              <a:extLst>
                <a:ext uri="{FF2B5EF4-FFF2-40B4-BE49-F238E27FC236}">
                  <a16:creationId xmlns:a16="http://schemas.microsoft.com/office/drawing/2014/main" id="{DF12D0F5-98D3-C471-A1F9-007EFA781D39}"/>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24">
              <a:extLst>
                <a:ext uri="{FF2B5EF4-FFF2-40B4-BE49-F238E27FC236}">
                  <a16:creationId xmlns:a16="http://schemas.microsoft.com/office/drawing/2014/main" id="{F31545C7-0A22-C25D-4878-A36E8BBE5614}"/>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25">
              <a:extLst>
                <a:ext uri="{FF2B5EF4-FFF2-40B4-BE49-F238E27FC236}">
                  <a16:creationId xmlns:a16="http://schemas.microsoft.com/office/drawing/2014/main" id="{EF67C8A6-9A5B-5DA5-1524-3D8951F4273F}"/>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Line 26">
              <a:extLst>
                <a:ext uri="{FF2B5EF4-FFF2-40B4-BE49-F238E27FC236}">
                  <a16:creationId xmlns:a16="http://schemas.microsoft.com/office/drawing/2014/main" id="{7262A57B-B13B-D7A2-980D-5102665C943C}"/>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41" name="Line 27">
              <a:extLst>
                <a:ext uri="{FF2B5EF4-FFF2-40B4-BE49-F238E27FC236}">
                  <a16:creationId xmlns:a16="http://schemas.microsoft.com/office/drawing/2014/main" id="{2ED82FC7-52D0-40B1-D913-D44CC79A4CAB}"/>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42" name="Line 29">
              <a:extLst>
                <a:ext uri="{FF2B5EF4-FFF2-40B4-BE49-F238E27FC236}">
                  <a16:creationId xmlns:a16="http://schemas.microsoft.com/office/drawing/2014/main" id="{AC62C25E-1039-48D0-752D-CD70E8BC894C}"/>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55" name="Rectangle 54">
            <a:extLst>
              <a:ext uri="{FF2B5EF4-FFF2-40B4-BE49-F238E27FC236}">
                <a16:creationId xmlns:a16="http://schemas.microsoft.com/office/drawing/2014/main" id="{68C3A608-6BB4-4070-433D-B5ECAD131627}"/>
              </a:ext>
            </a:extLst>
          </p:cNvPr>
          <p:cNvSpPr/>
          <p:nvPr userDrawn="1"/>
        </p:nvSpPr>
        <p:spPr>
          <a:xfrm>
            <a:off x="5103813" y="6044982"/>
            <a:ext cx="850900"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6" name="Rectangle 55">
            <a:extLst>
              <a:ext uri="{FF2B5EF4-FFF2-40B4-BE49-F238E27FC236}">
                <a16:creationId xmlns:a16="http://schemas.microsoft.com/office/drawing/2014/main" id="{88EB4AEC-2DC5-73CC-2588-AAE73B8F18CC}"/>
              </a:ext>
            </a:extLst>
          </p:cNvPr>
          <p:cNvSpPr/>
          <p:nvPr userDrawn="1"/>
        </p:nvSpPr>
        <p:spPr>
          <a:xfrm>
            <a:off x="5954714" y="6044982"/>
            <a:ext cx="850898"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7" name="Rectangle 56">
            <a:extLst>
              <a:ext uri="{FF2B5EF4-FFF2-40B4-BE49-F238E27FC236}">
                <a16:creationId xmlns:a16="http://schemas.microsoft.com/office/drawing/2014/main" id="{BD02F2BD-1BD3-7ED7-1B20-A7678D431583}"/>
              </a:ext>
            </a:extLst>
          </p:cNvPr>
          <p:cNvSpPr/>
          <p:nvPr userDrawn="1"/>
        </p:nvSpPr>
        <p:spPr>
          <a:xfrm>
            <a:off x="6805611" y="6044982"/>
            <a:ext cx="850897"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8" name="Rectangle 57">
            <a:extLst>
              <a:ext uri="{FF2B5EF4-FFF2-40B4-BE49-F238E27FC236}">
                <a16:creationId xmlns:a16="http://schemas.microsoft.com/office/drawing/2014/main" id="{624A7953-60B3-EAFE-D046-A27BD4E61D38}"/>
              </a:ext>
            </a:extLst>
          </p:cNvPr>
          <p:cNvSpPr/>
          <p:nvPr userDrawn="1"/>
        </p:nvSpPr>
        <p:spPr>
          <a:xfrm>
            <a:off x="7656508" y="6044982"/>
            <a:ext cx="850898"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9" name="Rectangle 58">
            <a:extLst>
              <a:ext uri="{FF2B5EF4-FFF2-40B4-BE49-F238E27FC236}">
                <a16:creationId xmlns:a16="http://schemas.microsoft.com/office/drawing/2014/main" id="{38C9415E-5D04-793C-BB64-B44AA2FBD88E}"/>
              </a:ext>
            </a:extLst>
          </p:cNvPr>
          <p:cNvSpPr/>
          <p:nvPr userDrawn="1"/>
        </p:nvSpPr>
        <p:spPr>
          <a:xfrm>
            <a:off x="8507404" y="6044982"/>
            <a:ext cx="849319"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0" name="Rectangle 59">
            <a:extLst>
              <a:ext uri="{FF2B5EF4-FFF2-40B4-BE49-F238E27FC236}">
                <a16:creationId xmlns:a16="http://schemas.microsoft.com/office/drawing/2014/main" id="{130974DD-1E62-FDB6-B4EB-38106932906A}"/>
              </a:ext>
            </a:extLst>
          </p:cNvPr>
          <p:cNvSpPr/>
          <p:nvPr userDrawn="1"/>
        </p:nvSpPr>
        <p:spPr>
          <a:xfrm>
            <a:off x="9356723" y="6044977"/>
            <a:ext cx="847729"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1" name="Rectangle 60">
            <a:extLst>
              <a:ext uri="{FF2B5EF4-FFF2-40B4-BE49-F238E27FC236}">
                <a16:creationId xmlns:a16="http://schemas.microsoft.com/office/drawing/2014/main" id="{09083116-B1CE-9275-A5B1-82D877F5D9CB}"/>
              </a:ext>
            </a:extLst>
          </p:cNvPr>
          <p:cNvSpPr/>
          <p:nvPr userDrawn="1"/>
        </p:nvSpPr>
        <p:spPr>
          <a:xfrm>
            <a:off x="10206038" y="6044977"/>
            <a:ext cx="850899"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2" name="Rectangle 61">
            <a:extLst>
              <a:ext uri="{FF2B5EF4-FFF2-40B4-BE49-F238E27FC236}">
                <a16:creationId xmlns:a16="http://schemas.microsoft.com/office/drawing/2014/main" id="{837CD795-F79B-674F-EBF8-F0E7B72588D1}"/>
              </a:ext>
            </a:extLst>
          </p:cNvPr>
          <p:cNvSpPr/>
          <p:nvPr userDrawn="1"/>
        </p:nvSpPr>
        <p:spPr>
          <a:xfrm>
            <a:off x="11056939" y="6044977"/>
            <a:ext cx="850899" cy="528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4" name="Rectangle 3">
            <a:extLst>
              <a:ext uri="{FF2B5EF4-FFF2-40B4-BE49-F238E27FC236}">
                <a16:creationId xmlns:a16="http://schemas.microsoft.com/office/drawing/2014/main" id="{CBDB2408-BCEA-FC91-F445-1F464C83829E}"/>
              </a:ext>
            </a:extLst>
          </p:cNvPr>
          <p:cNvSpPr/>
          <p:nvPr userDrawn="1"/>
        </p:nvSpPr>
        <p:spPr>
          <a:xfrm>
            <a:off x="5103813" y="284164"/>
            <a:ext cx="6804025" cy="576078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Tree>
    <p:extLst>
      <p:ext uri="{BB962C8B-B14F-4D97-AF65-F5344CB8AC3E}">
        <p14:creationId xmlns:p14="http://schemas.microsoft.com/office/powerpoint/2010/main" val="36286170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Half alt -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2AEB-5006-8BDB-B209-D0CE6D0D9E54}"/>
              </a:ext>
            </a:extLst>
          </p:cNvPr>
          <p:cNvSpPr>
            <a:spLocks noGrp="1"/>
          </p:cNvSpPr>
          <p:nvPr>
            <p:ph type="ctrTitle"/>
          </p:nvPr>
        </p:nvSpPr>
        <p:spPr>
          <a:xfrm>
            <a:off x="284164" y="2551359"/>
            <a:ext cx="4535486" cy="2779177"/>
          </a:xfrm>
        </p:spPr>
        <p:txBody>
          <a:bodyPr anchor="ctr" anchorCtr="0"/>
          <a:lstStyle>
            <a:lvl1pPr algn="l">
              <a:defRPr sz="48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7CF3C4D3-D951-05DD-58CA-A9363283ABF1}"/>
              </a:ext>
            </a:extLst>
          </p:cNvPr>
          <p:cNvSpPr>
            <a:spLocks noGrp="1"/>
          </p:cNvSpPr>
          <p:nvPr>
            <p:ph type="subTitle" idx="1"/>
          </p:nvPr>
        </p:nvSpPr>
        <p:spPr>
          <a:xfrm>
            <a:off x="284163" y="5330536"/>
            <a:ext cx="4535487" cy="1241547"/>
          </a:xfrm>
        </p:spPr>
        <p:txBody>
          <a:bodyPr anchor="ctr" anchorCtr="0"/>
          <a:lstStyle>
            <a:lvl1pPr marL="0" indent="0" algn="l">
              <a:spcAft>
                <a:spcPts val="0"/>
              </a:spcAft>
              <a:buNone/>
              <a:defRPr sz="1600">
                <a:solidFill>
                  <a:schemeClr val="bg1"/>
                </a:solidFill>
                <a:latin typeface="Roboto Mono" pitchFamily="2" charset="0"/>
                <a:ea typeface="Roboto Mono"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55" name="Rectangle 54">
            <a:extLst>
              <a:ext uri="{FF2B5EF4-FFF2-40B4-BE49-F238E27FC236}">
                <a16:creationId xmlns:a16="http://schemas.microsoft.com/office/drawing/2014/main" id="{68C3A608-6BB4-4070-433D-B5ECAD131627}"/>
              </a:ext>
            </a:extLst>
          </p:cNvPr>
          <p:cNvSpPr/>
          <p:nvPr userDrawn="1"/>
        </p:nvSpPr>
        <p:spPr>
          <a:xfrm>
            <a:off x="5103813" y="6044982"/>
            <a:ext cx="850900"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6" name="Rectangle 55">
            <a:extLst>
              <a:ext uri="{FF2B5EF4-FFF2-40B4-BE49-F238E27FC236}">
                <a16:creationId xmlns:a16="http://schemas.microsoft.com/office/drawing/2014/main" id="{88EB4AEC-2DC5-73CC-2588-AAE73B8F18CC}"/>
              </a:ext>
            </a:extLst>
          </p:cNvPr>
          <p:cNvSpPr/>
          <p:nvPr userDrawn="1"/>
        </p:nvSpPr>
        <p:spPr>
          <a:xfrm>
            <a:off x="5954714" y="6044982"/>
            <a:ext cx="850898"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7" name="Rectangle 56">
            <a:extLst>
              <a:ext uri="{FF2B5EF4-FFF2-40B4-BE49-F238E27FC236}">
                <a16:creationId xmlns:a16="http://schemas.microsoft.com/office/drawing/2014/main" id="{BD02F2BD-1BD3-7ED7-1B20-A7678D431583}"/>
              </a:ext>
            </a:extLst>
          </p:cNvPr>
          <p:cNvSpPr/>
          <p:nvPr userDrawn="1"/>
        </p:nvSpPr>
        <p:spPr>
          <a:xfrm>
            <a:off x="6805611" y="6044982"/>
            <a:ext cx="850897"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8" name="Rectangle 57">
            <a:extLst>
              <a:ext uri="{FF2B5EF4-FFF2-40B4-BE49-F238E27FC236}">
                <a16:creationId xmlns:a16="http://schemas.microsoft.com/office/drawing/2014/main" id="{624A7953-60B3-EAFE-D046-A27BD4E61D38}"/>
              </a:ext>
            </a:extLst>
          </p:cNvPr>
          <p:cNvSpPr/>
          <p:nvPr userDrawn="1"/>
        </p:nvSpPr>
        <p:spPr>
          <a:xfrm>
            <a:off x="7656508" y="6044982"/>
            <a:ext cx="850898"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59" name="Rectangle 58">
            <a:extLst>
              <a:ext uri="{FF2B5EF4-FFF2-40B4-BE49-F238E27FC236}">
                <a16:creationId xmlns:a16="http://schemas.microsoft.com/office/drawing/2014/main" id="{38C9415E-5D04-793C-BB64-B44AA2FBD88E}"/>
              </a:ext>
            </a:extLst>
          </p:cNvPr>
          <p:cNvSpPr/>
          <p:nvPr userDrawn="1"/>
        </p:nvSpPr>
        <p:spPr>
          <a:xfrm>
            <a:off x="8507404" y="6044982"/>
            <a:ext cx="849319"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0" name="Rectangle 59">
            <a:extLst>
              <a:ext uri="{FF2B5EF4-FFF2-40B4-BE49-F238E27FC236}">
                <a16:creationId xmlns:a16="http://schemas.microsoft.com/office/drawing/2014/main" id="{130974DD-1E62-FDB6-B4EB-38106932906A}"/>
              </a:ext>
            </a:extLst>
          </p:cNvPr>
          <p:cNvSpPr/>
          <p:nvPr userDrawn="1"/>
        </p:nvSpPr>
        <p:spPr>
          <a:xfrm>
            <a:off x="9356723" y="6044977"/>
            <a:ext cx="847729"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1" name="Rectangle 60">
            <a:extLst>
              <a:ext uri="{FF2B5EF4-FFF2-40B4-BE49-F238E27FC236}">
                <a16:creationId xmlns:a16="http://schemas.microsoft.com/office/drawing/2014/main" id="{09083116-B1CE-9275-A5B1-82D877F5D9CB}"/>
              </a:ext>
            </a:extLst>
          </p:cNvPr>
          <p:cNvSpPr/>
          <p:nvPr userDrawn="1"/>
        </p:nvSpPr>
        <p:spPr>
          <a:xfrm>
            <a:off x="10206038" y="6044977"/>
            <a:ext cx="850899"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2" name="Rectangle 61">
            <a:extLst>
              <a:ext uri="{FF2B5EF4-FFF2-40B4-BE49-F238E27FC236}">
                <a16:creationId xmlns:a16="http://schemas.microsoft.com/office/drawing/2014/main" id="{837CD795-F79B-674F-EBF8-F0E7B72588D1}"/>
              </a:ext>
            </a:extLst>
          </p:cNvPr>
          <p:cNvSpPr/>
          <p:nvPr userDrawn="1"/>
        </p:nvSpPr>
        <p:spPr>
          <a:xfrm>
            <a:off x="11056939" y="6044977"/>
            <a:ext cx="850899" cy="52885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grpSp>
        <p:nvGrpSpPr>
          <p:cNvPr id="4" name="Group 3">
            <a:extLst>
              <a:ext uri="{FF2B5EF4-FFF2-40B4-BE49-F238E27FC236}">
                <a16:creationId xmlns:a16="http://schemas.microsoft.com/office/drawing/2014/main" id="{082A6DDB-946A-2635-48E2-0B6359ED8B61}"/>
              </a:ext>
            </a:extLst>
          </p:cNvPr>
          <p:cNvGrpSpPr>
            <a:grpSpLocks noChangeAspect="1"/>
          </p:cNvGrpSpPr>
          <p:nvPr userDrawn="1"/>
        </p:nvGrpSpPr>
        <p:grpSpPr>
          <a:xfrm>
            <a:off x="285750" y="282721"/>
            <a:ext cx="1701799" cy="1707726"/>
            <a:chOff x="2857500" y="180976"/>
            <a:chExt cx="5924550" cy="5945187"/>
          </a:xfrm>
        </p:grpSpPr>
        <p:sp>
          <p:nvSpPr>
            <p:cNvPr id="5" name="Rectangle 5">
              <a:extLst>
                <a:ext uri="{FF2B5EF4-FFF2-40B4-BE49-F238E27FC236}">
                  <a16:creationId xmlns:a16="http://schemas.microsoft.com/office/drawing/2014/main" id="{7DEE511B-981A-BC4A-AACC-1C58F5F78814}"/>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6" name="Freeform 7">
              <a:extLst>
                <a:ext uri="{FF2B5EF4-FFF2-40B4-BE49-F238E27FC236}">
                  <a16:creationId xmlns:a16="http://schemas.microsoft.com/office/drawing/2014/main" id="{BECBC258-39FB-1819-C9E4-189F1159F3A0}"/>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7" name="Freeform 8">
              <a:extLst>
                <a:ext uri="{FF2B5EF4-FFF2-40B4-BE49-F238E27FC236}">
                  <a16:creationId xmlns:a16="http://schemas.microsoft.com/office/drawing/2014/main" id="{0D40BA77-74E9-9B56-DC03-192442B93F3B}"/>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8" name="Freeform 9">
              <a:extLst>
                <a:ext uri="{FF2B5EF4-FFF2-40B4-BE49-F238E27FC236}">
                  <a16:creationId xmlns:a16="http://schemas.microsoft.com/office/drawing/2014/main" id="{5C4641D6-DDA9-3C6C-9E7F-E8FF5414D1B7}"/>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9" name="Freeform 10">
              <a:extLst>
                <a:ext uri="{FF2B5EF4-FFF2-40B4-BE49-F238E27FC236}">
                  <a16:creationId xmlns:a16="http://schemas.microsoft.com/office/drawing/2014/main" id="{9D42DB26-3BC7-55EB-B1BB-60A98B9A306F}"/>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1" name="Freeform 11">
              <a:extLst>
                <a:ext uri="{FF2B5EF4-FFF2-40B4-BE49-F238E27FC236}">
                  <a16:creationId xmlns:a16="http://schemas.microsoft.com/office/drawing/2014/main" id="{386DF496-2936-09E3-F58B-86AF55CE6C5E}"/>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2" name="Freeform 12">
              <a:extLst>
                <a:ext uri="{FF2B5EF4-FFF2-40B4-BE49-F238E27FC236}">
                  <a16:creationId xmlns:a16="http://schemas.microsoft.com/office/drawing/2014/main" id="{5AC21A2A-B2FA-732C-EB51-A47FFCEE343B}"/>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3" name="Rectangle 13">
              <a:extLst>
                <a:ext uri="{FF2B5EF4-FFF2-40B4-BE49-F238E27FC236}">
                  <a16:creationId xmlns:a16="http://schemas.microsoft.com/office/drawing/2014/main" id="{44CEDB20-E2FA-E68C-B319-D304AAF9AABA}"/>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4" name="Freeform 14">
              <a:extLst>
                <a:ext uri="{FF2B5EF4-FFF2-40B4-BE49-F238E27FC236}">
                  <a16:creationId xmlns:a16="http://schemas.microsoft.com/office/drawing/2014/main" id="{26521072-E7F6-07D9-5CA0-0233C9FD0CE0}"/>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5" name="Freeform 15">
              <a:extLst>
                <a:ext uri="{FF2B5EF4-FFF2-40B4-BE49-F238E27FC236}">
                  <a16:creationId xmlns:a16="http://schemas.microsoft.com/office/drawing/2014/main" id="{822E508C-5F3E-537C-CF91-4E433740A1F4}"/>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6" name="Freeform 16">
              <a:extLst>
                <a:ext uri="{FF2B5EF4-FFF2-40B4-BE49-F238E27FC236}">
                  <a16:creationId xmlns:a16="http://schemas.microsoft.com/office/drawing/2014/main" id="{7B720C57-D35A-B4DE-D278-F03C69F6AFAC}"/>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7" name="Freeform 17">
              <a:extLst>
                <a:ext uri="{FF2B5EF4-FFF2-40B4-BE49-F238E27FC236}">
                  <a16:creationId xmlns:a16="http://schemas.microsoft.com/office/drawing/2014/main" id="{1F7C8600-EFE6-7C3C-3D05-D64BD5074D6B}"/>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8" name="Freeform 18">
              <a:extLst>
                <a:ext uri="{FF2B5EF4-FFF2-40B4-BE49-F238E27FC236}">
                  <a16:creationId xmlns:a16="http://schemas.microsoft.com/office/drawing/2014/main" id="{1FB269A0-E8F5-3C5B-08E1-B451E337AEB3}"/>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3" name="Freeform 19">
              <a:extLst>
                <a:ext uri="{FF2B5EF4-FFF2-40B4-BE49-F238E27FC236}">
                  <a16:creationId xmlns:a16="http://schemas.microsoft.com/office/drawing/2014/main" id="{DC5455FB-89FA-0860-C6DB-65EF1BCE8F6E}"/>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4" name="Freeform 20">
              <a:extLst>
                <a:ext uri="{FF2B5EF4-FFF2-40B4-BE49-F238E27FC236}">
                  <a16:creationId xmlns:a16="http://schemas.microsoft.com/office/drawing/2014/main" id="{23C756A3-131C-B588-90B5-6E831A2C81D6}"/>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5" name="Freeform 21">
              <a:extLst>
                <a:ext uri="{FF2B5EF4-FFF2-40B4-BE49-F238E27FC236}">
                  <a16:creationId xmlns:a16="http://schemas.microsoft.com/office/drawing/2014/main" id="{B8DC1352-F3ED-B1D2-3E90-B5260BBC9A5C}"/>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6" name="Rectangle 22">
              <a:extLst>
                <a:ext uri="{FF2B5EF4-FFF2-40B4-BE49-F238E27FC236}">
                  <a16:creationId xmlns:a16="http://schemas.microsoft.com/office/drawing/2014/main" id="{71234C42-19B3-ED6F-0C2D-0022E0279C62}"/>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7" name="Freeform 23">
              <a:extLst>
                <a:ext uri="{FF2B5EF4-FFF2-40B4-BE49-F238E27FC236}">
                  <a16:creationId xmlns:a16="http://schemas.microsoft.com/office/drawing/2014/main" id="{F46BB90A-7E85-AF05-8A32-352A1345EF94}"/>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8" name="Freeform 24">
              <a:extLst>
                <a:ext uri="{FF2B5EF4-FFF2-40B4-BE49-F238E27FC236}">
                  <a16:creationId xmlns:a16="http://schemas.microsoft.com/office/drawing/2014/main" id="{17AA9C3D-F40E-3F84-162D-3B7C745109C1}"/>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9" name="Freeform 25">
              <a:extLst>
                <a:ext uri="{FF2B5EF4-FFF2-40B4-BE49-F238E27FC236}">
                  <a16:creationId xmlns:a16="http://schemas.microsoft.com/office/drawing/2014/main" id="{5ADAAC86-E1C8-217B-FD2D-5F3B1217C984}"/>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0" name="Line 26">
              <a:extLst>
                <a:ext uri="{FF2B5EF4-FFF2-40B4-BE49-F238E27FC236}">
                  <a16:creationId xmlns:a16="http://schemas.microsoft.com/office/drawing/2014/main" id="{24828E4D-3443-137A-0BB1-C8A4402565D0}"/>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51" name="Line 27">
              <a:extLst>
                <a:ext uri="{FF2B5EF4-FFF2-40B4-BE49-F238E27FC236}">
                  <a16:creationId xmlns:a16="http://schemas.microsoft.com/office/drawing/2014/main" id="{A1B34373-644D-9EF9-51D1-172406018136}"/>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52" name="Line 29">
              <a:extLst>
                <a:ext uri="{FF2B5EF4-FFF2-40B4-BE49-F238E27FC236}">
                  <a16:creationId xmlns:a16="http://schemas.microsoft.com/office/drawing/2014/main" id="{425040AC-1E9E-666F-D8DC-C10AF6D6BCD6}"/>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19" name="Picture Placeholder 9">
            <a:extLst>
              <a:ext uri="{FF2B5EF4-FFF2-40B4-BE49-F238E27FC236}">
                <a16:creationId xmlns:a16="http://schemas.microsoft.com/office/drawing/2014/main" id="{000C27CB-E83C-CDC6-A8E1-49777CF54CD2}"/>
              </a:ext>
            </a:extLst>
          </p:cNvPr>
          <p:cNvSpPr>
            <a:spLocks noGrp="1"/>
          </p:cNvSpPr>
          <p:nvPr>
            <p:ph type="pic" sz="quarter" idx="13" hasCustomPrompt="1"/>
          </p:nvPr>
        </p:nvSpPr>
        <p:spPr>
          <a:xfrm>
            <a:off x="5113344" y="294881"/>
            <a:ext cx="6785761" cy="5741588"/>
          </a:xfrm>
          <a:solidFill>
            <a:schemeClr val="bg1">
              <a:lumMod val="85000"/>
            </a:schemeClr>
          </a:solidFill>
          <a:ln w="19050">
            <a:noFill/>
            <a:miter lim="800000"/>
          </a:ln>
        </p:spPr>
        <p:txBody>
          <a:bodyPr/>
          <a:lstStyle>
            <a:lvl1pPr>
              <a:defRPr sz="1200"/>
            </a:lvl1pPr>
          </a:lstStyle>
          <a:p>
            <a:r>
              <a:rPr lang="en-GB" dirty="0"/>
              <a:t>Add picture</a:t>
            </a:r>
            <a:endParaRPr lang="ar-SA" dirty="0"/>
          </a:p>
        </p:txBody>
      </p:sp>
      <p:sp>
        <p:nvSpPr>
          <p:cNvPr id="20" name="Rectangle 19">
            <a:extLst>
              <a:ext uri="{FF2B5EF4-FFF2-40B4-BE49-F238E27FC236}">
                <a16:creationId xmlns:a16="http://schemas.microsoft.com/office/drawing/2014/main" id="{D7A00B3E-D6B4-DD53-BAC9-B32C815B4AB2}"/>
              </a:ext>
            </a:extLst>
          </p:cNvPr>
          <p:cNvSpPr/>
          <p:nvPr userDrawn="1"/>
        </p:nvSpPr>
        <p:spPr>
          <a:xfrm>
            <a:off x="5103813" y="284164"/>
            <a:ext cx="6804025" cy="5760788"/>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Tree>
    <p:extLst>
      <p:ext uri="{BB962C8B-B14F-4D97-AF65-F5344CB8AC3E}">
        <p14:creationId xmlns:p14="http://schemas.microsoft.com/office/powerpoint/2010/main" val="382103532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5CE3174-80BB-2116-F60F-547779A5706F}"/>
              </a:ext>
            </a:extLst>
          </p:cNvPr>
          <p:cNvSpPr/>
          <p:nvPr userDrawn="1"/>
        </p:nvSpPr>
        <p:spPr>
          <a:xfrm>
            <a:off x="284163" y="284163"/>
            <a:ext cx="11623674" cy="60052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Title 1">
            <a:extLst>
              <a:ext uri="{FF2B5EF4-FFF2-40B4-BE49-F238E27FC236}">
                <a16:creationId xmlns:a16="http://schemas.microsoft.com/office/drawing/2014/main" id="{43DE1B9C-28C7-BA43-28C9-3915DB6432C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EFC9D83-0712-5C6B-C9AE-4F5F1BED2CD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EC38BDC-F847-171B-C538-88B55A9B4DC2}"/>
              </a:ext>
            </a:extLst>
          </p:cNvPr>
          <p:cNvSpPr>
            <a:spLocks noGrp="1"/>
          </p:cNvSpPr>
          <p:nvPr>
            <p:ph type="dt" sz="half" idx="10"/>
          </p:nvPr>
        </p:nvSpPr>
        <p:spPr/>
        <p:txBody>
          <a:bodyPr/>
          <a:lstStyle/>
          <a:p>
            <a:fld id="{B626DA7E-C44E-42BA-8A00-8F5027E3A24E}" type="datetime1">
              <a:rPr lang="en-GB" smtClean="0"/>
              <a:t>06/06/2025</a:t>
            </a:fld>
            <a:endParaRPr lang="en-GB" dirty="0"/>
          </a:p>
        </p:txBody>
      </p:sp>
      <p:sp>
        <p:nvSpPr>
          <p:cNvPr id="8" name="Footer Placeholder 7">
            <a:extLst>
              <a:ext uri="{FF2B5EF4-FFF2-40B4-BE49-F238E27FC236}">
                <a16:creationId xmlns:a16="http://schemas.microsoft.com/office/drawing/2014/main" id="{C7A67E1A-24DF-C1BF-39BF-143C88D9038E}"/>
              </a:ext>
            </a:extLst>
          </p:cNvPr>
          <p:cNvSpPr>
            <a:spLocks noGrp="1"/>
          </p:cNvSpPr>
          <p:nvPr>
            <p:ph type="ftr" sz="quarter" idx="11"/>
          </p:nvPr>
        </p:nvSpPr>
        <p:spPr/>
        <p:txBody>
          <a:bodyPr/>
          <a:lstStyle/>
          <a:p>
            <a:r>
              <a:rPr lang="en-GB"/>
              <a:t>Presentation title</a:t>
            </a:r>
            <a:endParaRPr lang="en-GB" dirty="0"/>
          </a:p>
        </p:txBody>
      </p:sp>
      <p:sp>
        <p:nvSpPr>
          <p:cNvPr id="9" name="Slide Number Placeholder 8">
            <a:extLst>
              <a:ext uri="{FF2B5EF4-FFF2-40B4-BE49-F238E27FC236}">
                <a16:creationId xmlns:a16="http://schemas.microsoft.com/office/drawing/2014/main" id="{49421C5D-C064-97CD-2C78-D62A8A8762B9}"/>
              </a:ext>
            </a:extLst>
          </p:cNvPr>
          <p:cNvSpPr>
            <a:spLocks noGrp="1"/>
          </p:cNvSpPr>
          <p:nvPr>
            <p:ph type="sldNum" sz="quarter" idx="12"/>
          </p:nvPr>
        </p:nvSpPr>
        <p:spPr/>
        <p:txBody>
          <a:bodyPr/>
          <a:lstStyle/>
          <a:p>
            <a:fld id="{255DAFDF-2EF6-44FB-8AA4-C1E9B7563AAC}" type="slidenum">
              <a:rPr lang="en-GB" smtClean="0"/>
              <a:pPr/>
              <a:t>‹#›</a:t>
            </a:fld>
            <a:endParaRPr lang="en-GB" dirty="0"/>
          </a:p>
        </p:txBody>
      </p:sp>
      <p:sp>
        <p:nvSpPr>
          <p:cNvPr id="4" name="TextBox 3">
            <a:extLst>
              <a:ext uri="{FF2B5EF4-FFF2-40B4-BE49-F238E27FC236}">
                <a16:creationId xmlns:a16="http://schemas.microsoft.com/office/drawing/2014/main" id="{60C98947-3455-C279-C7DF-AAE8110E711E}"/>
              </a:ext>
            </a:extLst>
          </p:cNvPr>
          <p:cNvSpPr txBox="1"/>
          <p:nvPr userDrawn="1"/>
        </p:nvSpPr>
        <p:spPr>
          <a:xfrm>
            <a:off x="7939088" y="6289437"/>
            <a:ext cx="3117850" cy="284399"/>
          </a:xfrm>
          <a:prstGeom prst="rect">
            <a:avLst/>
          </a:prstGeom>
          <a:noFill/>
        </p:spPr>
        <p:txBody>
          <a:bodyPr wrap="square" lIns="0" tIns="0" rIns="0" bIns="0" rtlCol="0" anchor="ctr" anchorCtr="0">
            <a:noAutofit/>
          </a:bodyPr>
          <a:lstStyle/>
          <a:p>
            <a:r>
              <a:rPr lang="en-GB" sz="1000" kern="1000" spc="0" baseline="0" dirty="0">
                <a:latin typeface="Roboto Mono" pitchFamily="2" charset="0"/>
                <a:ea typeface="Roboto Mono" pitchFamily="2" charset="0"/>
              </a:rPr>
              <a:t>The National Archives</a:t>
            </a:r>
          </a:p>
        </p:txBody>
      </p:sp>
      <p:sp>
        <p:nvSpPr>
          <p:cNvPr id="5" name="Rectangle 4">
            <a:extLst>
              <a:ext uri="{FF2B5EF4-FFF2-40B4-BE49-F238E27FC236}">
                <a16:creationId xmlns:a16="http://schemas.microsoft.com/office/drawing/2014/main" id="{D07D0E5B-E63F-4840-5005-88B1E0DD2921}"/>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 name="Rectangle 5">
            <a:extLst>
              <a:ext uri="{FF2B5EF4-FFF2-40B4-BE49-F238E27FC236}">
                <a16:creationId xmlns:a16="http://schemas.microsoft.com/office/drawing/2014/main" id="{62A39C18-B789-E047-279F-B5730355F648}"/>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Tree>
    <p:extLst>
      <p:ext uri="{BB962C8B-B14F-4D97-AF65-F5344CB8AC3E}">
        <p14:creationId xmlns:p14="http://schemas.microsoft.com/office/powerpoint/2010/main" val="189317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1B9C-28C7-BA43-28C9-3915DB6432C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EFC9D83-0712-5C6B-C9AE-4F5F1BED2CD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EC38BDC-F847-171B-C538-88B55A9B4DC2}"/>
              </a:ext>
            </a:extLst>
          </p:cNvPr>
          <p:cNvSpPr>
            <a:spLocks noGrp="1"/>
          </p:cNvSpPr>
          <p:nvPr>
            <p:ph type="dt" sz="half" idx="10"/>
          </p:nvPr>
        </p:nvSpPr>
        <p:spPr/>
        <p:txBody>
          <a:bodyPr/>
          <a:lstStyle/>
          <a:p>
            <a:fld id="{E577F33D-085B-4991-A612-6B2C1B8E443A}" type="datetime1">
              <a:rPr lang="en-GB" smtClean="0"/>
              <a:t>06/06/2025</a:t>
            </a:fld>
            <a:endParaRPr lang="en-GB" dirty="0"/>
          </a:p>
        </p:txBody>
      </p:sp>
      <p:sp>
        <p:nvSpPr>
          <p:cNvPr id="8" name="Footer Placeholder 7">
            <a:extLst>
              <a:ext uri="{FF2B5EF4-FFF2-40B4-BE49-F238E27FC236}">
                <a16:creationId xmlns:a16="http://schemas.microsoft.com/office/drawing/2014/main" id="{C7A67E1A-24DF-C1BF-39BF-143C88D9038E}"/>
              </a:ext>
            </a:extLst>
          </p:cNvPr>
          <p:cNvSpPr>
            <a:spLocks noGrp="1"/>
          </p:cNvSpPr>
          <p:nvPr>
            <p:ph type="ftr" sz="quarter" idx="11"/>
          </p:nvPr>
        </p:nvSpPr>
        <p:spPr/>
        <p:txBody>
          <a:bodyPr/>
          <a:lstStyle/>
          <a:p>
            <a:r>
              <a:rPr lang="en-GB"/>
              <a:t>Presentation title</a:t>
            </a:r>
            <a:endParaRPr lang="en-GB" dirty="0"/>
          </a:p>
        </p:txBody>
      </p:sp>
      <p:sp>
        <p:nvSpPr>
          <p:cNvPr id="9" name="Slide Number Placeholder 8">
            <a:extLst>
              <a:ext uri="{FF2B5EF4-FFF2-40B4-BE49-F238E27FC236}">
                <a16:creationId xmlns:a16="http://schemas.microsoft.com/office/drawing/2014/main" id="{49421C5D-C064-97CD-2C78-D62A8A8762B9}"/>
              </a:ext>
            </a:extLst>
          </p:cNvPr>
          <p:cNvSpPr>
            <a:spLocks noGrp="1"/>
          </p:cNvSpPr>
          <p:nvPr>
            <p:ph type="sldNum" sz="quarter" idx="12"/>
          </p:nvPr>
        </p:nvSpPr>
        <p:spPr/>
        <p:txBody>
          <a:bodyPr/>
          <a:lstStyle/>
          <a:p>
            <a:fld id="{255DAFDF-2EF6-44FB-8AA4-C1E9B7563AAC}" type="slidenum">
              <a:rPr lang="en-GB" smtClean="0"/>
              <a:pPr/>
              <a:t>‹#›</a:t>
            </a:fld>
            <a:endParaRPr lang="en-GB" dirty="0"/>
          </a:p>
        </p:txBody>
      </p:sp>
      <p:sp>
        <p:nvSpPr>
          <p:cNvPr id="4" name="TextBox 3">
            <a:extLst>
              <a:ext uri="{FF2B5EF4-FFF2-40B4-BE49-F238E27FC236}">
                <a16:creationId xmlns:a16="http://schemas.microsoft.com/office/drawing/2014/main" id="{60C98947-3455-C279-C7DF-AAE8110E711E}"/>
              </a:ext>
            </a:extLst>
          </p:cNvPr>
          <p:cNvSpPr txBox="1"/>
          <p:nvPr userDrawn="1"/>
        </p:nvSpPr>
        <p:spPr>
          <a:xfrm>
            <a:off x="7939088" y="6289437"/>
            <a:ext cx="3117850" cy="284399"/>
          </a:xfrm>
          <a:prstGeom prst="rect">
            <a:avLst/>
          </a:prstGeom>
          <a:noFill/>
        </p:spPr>
        <p:txBody>
          <a:bodyPr wrap="square" lIns="0" tIns="0" rIns="0" bIns="0" rtlCol="0" anchor="ctr" anchorCtr="0">
            <a:noAutofit/>
          </a:bodyPr>
          <a:lstStyle/>
          <a:p>
            <a:r>
              <a:rPr lang="en-GB" sz="1000" kern="1000" spc="0" baseline="0" dirty="0">
                <a:latin typeface="Roboto Mono" pitchFamily="2" charset="0"/>
                <a:ea typeface="Roboto Mono" pitchFamily="2" charset="0"/>
              </a:rPr>
              <a:t>The National Archives</a:t>
            </a:r>
          </a:p>
        </p:txBody>
      </p:sp>
      <p:sp>
        <p:nvSpPr>
          <p:cNvPr id="5" name="Rectangle 4">
            <a:extLst>
              <a:ext uri="{FF2B5EF4-FFF2-40B4-BE49-F238E27FC236}">
                <a16:creationId xmlns:a16="http://schemas.microsoft.com/office/drawing/2014/main" id="{D07D0E5B-E63F-4840-5005-88B1E0DD2921}"/>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 name="Rectangle 5">
            <a:extLst>
              <a:ext uri="{FF2B5EF4-FFF2-40B4-BE49-F238E27FC236}">
                <a16:creationId xmlns:a16="http://schemas.microsoft.com/office/drawing/2014/main" id="{62A39C18-B789-E047-279F-B5730355F648}"/>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Tree>
    <p:extLst>
      <p:ext uri="{BB962C8B-B14F-4D97-AF65-F5344CB8AC3E}">
        <p14:creationId xmlns:p14="http://schemas.microsoft.com/office/powerpoint/2010/main" val="2702381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slide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63D546F-331D-70F6-82AB-B48672903BE3}"/>
              </a:ext>
            </a:extLst>
          </p:cNvPr>
          <p:cNvSpPr>
            <a:spLocks noGrp="1"/>
          </p:cNvSpPr>
          <p:nvPr>
            <p:ph type="pic" sz="quarter" idx="13"/>
          </p:nvPr>
        </p:nvSpPr>
        <p:spPr>
          <a:xfrm>
            <a:off x="295364" y="293532"/>
            <a:ext cx="11606124" cy="5985824"/>
          </a:xfrm>
          <a:solidFill>
            <a:schemeClr val="bg1">
              <a:lumMod val="85000"/>
            </a:schemeClr>
          </a:solidFill>
          <a:ln w="19050">
            <a:noFill/>
            <a:miter lim="800000"/>
          </a:ln>
        </p:spPr>
        <p:txBody>
          <a:bodyPr/>
          <a:lstStyle/>
          <a:p>
            <a:r>
              <a:rPr lang="en-GB"/>
              <a:t>Click icon to add picture</a:t>
            </a:r>
            <a:endParaRPr lang="en-GB" dirty="0"/>
          </a:p>
        </p:txBody>
      </p:sp>
      <p:sp>
        <p:nvSpPr>
          <p:cNvPr id="7" name="Date Placeholder 6">
            <a:extLst>
              <a:ext uri="{FF2B5EF4-FFF2-40B4-BE49-F238E27FC236}">
                <a16:creationId xmlns:a16="http://schemas.microsoft.com/office/drawing/2014/main" id="{9EC38BDC-F847-171B-C538-88B55A9B4DC2}"/>
              </a:ext>
            </a:extLst>
          </p:cNvPr>
          <p:cNvSpPr>
            <a:spLocks noGrp="1"/>
          </p:cNvSpPr>
          <p:nvPr>
            <p:ph type="dt" sz="half" idx="10"/>
          </p:nvPr>
        </p:nvSpPr>
        <p:spPr/>
        <p:txBody>
          <a:bodyPr/>
          <a:lstStyle/>
          <a:p>
            <a:fld id="{E577F33D-085B-4991-A612-6B2C1B8E443A}" type="datetime1">
              <a:rPr lang="en-GB" smtClean="0"/>
              <a:t>06/06/2025</a:t>
            </a:fld>
            <a:endParaRPr lang="en-GB" dirty="0"/>
          </a:p>
        </p:txBody>
      </p:sp>
      <p:sp>
        <p:nvSpPr>
          <p:cNvPr id="8" name="Footer Placeholder 7">
            <a:extLst>
              <a:ext uri="{FF2B5EF4-FFF2-40B4-BE49-F238E27FC236}">
                <a16:creationId xmlns:a16="http://schemas.microsoft.com/office/drawing/2014/main" id="{C7A67E1A-24DF-C1BF-39BF-143C88D9038E}"/>
              </a:ext>
            </a:extLst>
          </p:cNvPr>
          <p:cNvSpPr>
            <a:spLocks noGrp="1"/>
          </p:cNvSpPr>
          <p:nvPr>
            <p:ph type="ftr" sz="quarter" idx="11"/>
          </p:nvPr>
        </p:nvSpPr>
        <p:spPr/>
        <p:txBody>
          <a:bodyPr/>
          <a:lstStyle/>
          <a:p>
            <a:r>
              <a:rPr lang="en-GB"/>
              <a:t>Presentation title</a:t>
            </a:r>
            <a:endParaRPr lang="en-GB" dirty="0"/>
          </a:p>
        </p:txBody>
      </p:sp>
      <p:sp>
        <p:nvSpPr>
          <p:cNvPr id="9" name="Slide Number Placeholder 8">
            <a:extLst>
              <a:ext uri="{FF2B5EF4-FFF2-40B4-BE49-F238E27FC236}">
                <a16:creationId xmlns:a16="http://schemas.microsoft.com/office/drawing/2014/main" id="{49421C5D-C064-97CD-2C78-D62A8A8762B9}"/>
              </a:ext>
            </a:extLst>
          </p:cNvPr>
          <p:cNvSpPr>
            <a:spLocks noGrp="1"/>
          </p:cNvSpPr>
          <p:nvPr>
            <p:ph type="sldNum" sz="quarter" idx="12"/>
          </p:nvPr>
        </p:nvSpPr>
        <p:spPr/>
        <p:txBody>
          <a:bodyPr/>
          <a:lstStyle/>
          <a:p>
            <a:fld id="{255DAFDF-2EF6-44FB-8AA4-C1E9B7563AAC}" type="slidenum">
              <a:rPr lang="en-GB" smtClean="0"/>
              <a:pPr/>
              <a:t>‹#›</a:t>
            </a:fld>
            <a:endParaRPr lang="en-GB" dirty="0"/>
          </a:p>
        </p:txBody>
      </p:sp>
      <p:sp>
        <p:nvSpPr>
          <p:cNvPr id="4" name="TextBox 3">
            <a:extLst>
              <a:ext uri="{FF2B5EF4-FFF2-40B4-BE49-F238E27FC236}">
                <a16:creationId xmlns:a16="http://schemas.microsoft.com/office/drawing/2014/main" id="{60C98947-3455-C279-C7DF-AAE8110E711E}"/>
              </a:ext>
            </a:extLst>
          </p:cNvPr>
          <p:cNvSpPr txBox="1"/>
          <p:nvPr userDrawn="1"/>
        </p:nvSpPr>
        <p:spPr>
          <a:xfrm>
            <a:off x="7939088" y="6289437"/>
            <a:ext cx="3117850" cy="284399"/>
          </a:xfrm>
          <a:prstGeom prst="rect">
            <a:avLst/>
          </a:prstGeom>
          <a:noFill/>
        </p:spPr>
        <p:txBody>
          <a:bodyPr wrap="square" lIns="0" tIns="0" rIns="0" bIns="0" rtlCol="0" anchor="ctr" anchorCtr="0">
            <a:noAutofit/>
          </a:bodyPr>
          <a:lstStyle/>
          <a:p>
            <a:r>
              <a:rPr lang="en-GB" sz="1000" kern="1000" spc="0" baseline="0" dirty="0">
                <a:latin typeface="Roboto Mono" pitchFamily="2" charset="0"/>
                <a:ea typeface="Roboto Mono" pitchFamily="2" charset="0"/>
              </a:rPr>
              <a:t>The National Archives</a:t>
            </a:r>
          </a:p>
        </p:txBody>
      </p:sp>
      <p:sp>
        <p:nvSpPr>
          <p:cNvPr id="5" name="Rectangle 4">
            <a:extLst>
              <a:ext uri="{FF2B5EF4-FFF2-40B4-BE49-F238E27FC236}">
                <a16:creationId xmlns:a16="http://schemas.microsoft.com/office/drawing/2014/main" id="{D07D0E5B-E63F-4840-5005-88B1E0DD2921}"/>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 name="Rectangle 5">
            <a:extLst>
              <a:ext uri="{FF2B5EF4-FFF2-40B4-BE49-F238E27FC236}">
                <a16:creationId xmlns:a16="http://schemas.microsoft.com/office/drawing/2014/main" id="{62A39C18-B789-E047-279F-B5730355F648}"/>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 name="Rectangle 1">
            <a:extLst>
              <a:ext uri="{FF2B5EF4-FFF2-40B4-BE49-F238E27FC236}">
                <a16:creationId xmlns:a16="http://schemas.microsoft.com/office/drawing/2014/main" id="{408D6D46-9E7C-7E60-EE3A-7850764988CC}"/>
              </a:ext>
            </a:extLst>
          </p:cNvPr>
          <p:cNvSpPr/>
          <p:nvPr userDrawn="1"/>
        </p:nvSpPr>
        <p:spPr>
          <a:xfrm>
            <a:off x="284163" y="282813"/>
            <a:ext cx="11623675" cy="60052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spTree>
    <p:extLst>
      <p:ext uri="{BB962C8B-B14F-4D97-AF65-F5344CB8AC3E}">
        <p14:creationId xmlns:p14="http://schemas.microsoft.com/office/powerpoint/2010/main" val="3616577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AE66A8A2-D27B-6B6B-4289-9727E22AD66A}"/>
              </a:ext>
            </a:extLst>
          </p:cNvPr>
          <p:cNvSpPr>
            <a:spLocks noGrp="1"/>
          </p:cNvSpPr>
          <p:nvPr>
            <p:ph type="pic" sz="quarter" idx="13" hasCustomPrompt="1"/>
          </p:nvPr>
        </p:nvSpPr>
        <p:spPr>
          <a:xfrm>
            <a:off x="5103821" y="284164"/>
            <a:ext cx="6804018" cy="6289674"/>
          </a:xfrm>
          <a:solidFill>
            <a:schemeClr val="bg1">
              <a:lumMod val="85000"/>
            </a:schemeClr>
          </a:solidFill>
          <a:ln w="19050">
            <a:solidFill>
              <a:schemeClr val="tx1"/>
            </a:solidFill>
            <a:miter lim="800000"/>
          </a:ln>
        </p:spPr>
        <p:txBody>
          <a:bodyPr/>
          <a:lstStyle>
            <a:lvl1pPr>
              <a:defRPr sz="1200"/>
            </a:lvl1pPr>
          </a:lstStyle>
          <a:p>
            <a:r>
              <a:rPr lang="en-GB" dirty="0"/>
              <a:t>Add picture</a:t>
            </a:r>
            <a:endParaRPr lang="ar-SA" dirty="0"/>
          </a:p>
        </p:txBody>
      </p:sp>
      <p:grpSp>
        <p:nvGrpSpPr>
          <p:cNvPr id="8" name="Group 7">
            <a:extLst>
              <a:ext uri="{FF2B5EF4-FFF2-40B4-BE49-F238E27FC236}">
                <a16:creationId xmlns:a16="http://schemas.microsoft.com/office/drawing/2014/main" id="{F46C68E6-B0B4-B7DE-4890-51CBBCA3D8E9}"/>
              </a:ext>
            </a:extLst>
          </p:cNvPr>
          <p:cNvGrpSpPr>
            <a:grpSpLocks noChangeAspect="1"/>
          </p:cNvGrpSpPr>
          <p:nvPr userDrawn="1"/>
        </p:nvGrpSpPr>
        <p:grpSpPr>
          <a:xfrm>
            <a:off x="284164" y="285488"/>
            <a:ext cx="1701799" cy="1707726"/>
            <a:chOff x="2857500" y="180976"/>
            <a:chExt cx="5924550" cy="5945187"/>
          </a:xfrm>
        </p:grpSpPr>
        <p:sp>
          <p:nvSpPr>
            <p:cNvPr id="9" name="Rectangle 5">
              <a:extLst>
                <a:ext uri="{FF2B5EF4-FFF2-40B4-BE49-F238E27FC236}">
                  <a16:creationId xmlns:a16="http://schemas.microsoft.com/office/drawing/2014/main" id="{902F6D44-B5CE-4B4A-6152-E1E8EEC40CAF}"/>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dirty="0"/>
            </a:p>
          </p:txBody>
        </p:sp>
        <p:sp>
          <p:nvSpPr>
            <p:cNvPr id="10" name="Freeform 7">
              <a:extLst>
                <a:ext uri="{FF2B5EF4-FFF2-40B4-BE49-F238E27FC236}">
                  <a16:creationId xmlns:a16="http://schemas.microsoft.com/office/drawing/2014/main" id="{9541F90E-401A-5671-6D9F-BA2CE43F3E38}"/>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1" name="Freeform 8">
              <a:extLst>
                <a:ext uri="{FF2B5EF4-FFF2-40B4-BE49-F238E27FC236}">
                  <a16:creationId xmlns:a16="http://schemas.microsoft.com/office/drawing/2014/main" id="{995CEE85-CD88-08BF-8C4E-F4AC9E3D512B}"/>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2" name="Freeform 9">
              <a:extLst>
                <a:ext uri="{FF2B5EF4-FFF2-40B4-BE49-F238E27FC236}">
                  <a16:creationId xmlns:a16="http://schemas.microsoft.com/office/drawing/2014/main" id="{9C8E8909-999E-00DB-174D-C30B88E98795}"/>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3" name="Freeform 10">
              <a:extLst>
                <a:ext uri="{FF2B5EF4-FFF2-40B4-BE49-F238E27FC236}">
                  <a16:creationId xmlns:a16="http://schemas.microsoft.com/office/drawing/2014/main" id="{5410B60C-27A4-41C9-A91E-1E0E72D293F5}"/>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4" name="Freeform 11">
              <a:extLst>
                <a:ext uri="{FF2B5EF4-FFF2-40B4-BE49-F238E27FC236}">
                  <a16:creationId xmlns:a16="http://schemas.microsoft.com/office/drawing/2014/main" id="{E1218927-E512-8FD9-3CDA-2B2BB57457E5}"/>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5" name="Freeform 12">
              <a:extLst>
                <a:ext uri="{FF2B5EF4-FFF2-40B4-BE49-F238E27FC236}">
                  <a16:creationId xmlns:a16="http://schemas.microsoft.com/office/drawing/2014/main" id="{CFAD24B3-8A1C-067C-62DE-5A3ADBA8070E}"/>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6" name="Rectangle 15">
              <a:extLst>
                <a:ext uri="{FF2B5EF4-FFF2-40B4-BE49-F238E27FC236}">
                  <a16:creationId xmlns:a16="http://schemas.microsoft.com/office/drawing/2014/main" id="{819B6EB2-0B98-4AEE-FD19-EF86AE9C466E}"/>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7" name="Freeform 14">
              <a:extLst>
                <a:ext uri="{FF2B5EF4-FFF2-40B4-BE49-F238E27FC236}">
                  <a16:creationId xmlns:a16="http://schemas.microsoft.com/office/drawing/2014/main" id="{FF312EED-F3CB-3CAA-4405-A55D1E572848}"/>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8" name="Freeform 15">
              <a:extLst>
                <a:ext uri="{FF2B5EF4-FFF2-40B4-BE49-F238E27FC236}">
                  <a16:creationId xmlns:a16="http://schemas.microsoft.com/office/drawing/2014/main" id="{84C3CD7F-EF0C-75E0-3857-7D3A4AA0AAF6}"/>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9" name="Freeform 16">
              <a:extLst>
                <a:ext uri="{FF2B5EF4-FFF2-40B4-BE49-F238E27FC236}">
                  <a16:creationId xmlns:a16="http://schemas.microsoft.com/office/drawing/2014/main" id="{A71A4103-897D-EF71-A99D-C34303B157F0}"/>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0" name="Freeform 17">
              <a:extLst>
                <a:ext uri="{FF2B5EF4-FFF2-40B4-BE49-F238E27FC236}">
                  <a16:creationId xmlns:a16="http://schemas.microsoft.com/office/drawing/2014/main" id="{31238AFE-9A46-BCB4-535E-04E00BFAD91A}"/>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1" name="Freeform 18">
              <a:extLst>
                <a:ext uri="{FF2B5EF4-FFF2-40B4-BE49-F238E27FC236}">
                  <a16:creationId xmlns:a16="http://schemas.microsoft.com/office/drawing/2014/main" id="{52100472-8F64-3D8B-5836-14BB9C79C373}"/>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19">
              <a:extLst>
                <a:ext uri="{FF2B5EF4-FFF2-40B4-BE49-F238E27FC236}">
                  <a16:creationId xmlns:a16="http://schemas.microsoft.com/office/drawing/2014/main" id="{19EAF65C-68EA-9A19-EC51-2386AD3141F7}"/>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20">
              <a:extLst>
                <a:ext uri="{FF2B5EF4-FFF2-40B4-BE49-F238E27FC236}">
                  <a16:creationId xmlns:a16="http://schemas.microsoft.com/office/drawing/2014/main" id="{DE6C57C4-50E0-2615-5663-8E5D604864DC}"/>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21">
              <a:extLst>
                <a:ext uri="{FF2B5EF4-FFF2-40B4-BE49-F238E27FC236}">
                  <a16:creationId xmlns:a16="http://schemas.microsoft.com/office/drawing/2014/main" id="{78FE6A5E-448C-987D-DCEB-3CA977D3674B}"/>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Rectangle 22">
              <a:extLst>
                <a:ext uri="{FF2B5EF4-FFF2-40B4-BE49-F238E27FC236}">
                  <a16:creationId xmlns:a16="http://schemas.microsoft.com/office/drawing/2014/main" id="{9CE6EBE6-217D-5332-339F-B43874887EA7}"/>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Freeform 23">
              <a:extLst>
                <a:ext uri="{FF2B5EF4-FFF2-40B4-BE49-F238E27FC236}">
                  <a16:creationId xmlns:a16="http://schemas.microsoft.com/office/drawing/2014/main" id="{D7301EA0-B33B-1736-4C1E-692BA70F363D}"/>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Freeform 24">
              <a:extLst>
                <a:ext uri="{FF2B5EF4-FFF2-40B4-BE49-F238E27FC236}">
                  <a16:creationId xmlns:a16="http://schemas.microsoft.com/office/drawing/2014/main" id="{C0CDE6CF-DAD5-5741-DB84-AAAF23975743}"/>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25">
              <a:extLst>
                <a:ext uri="{FF2B5EF4-FFF2-40B4-BE49-F238E27FC236}">
                  <a16:creationId xmlns:a16="http://schemas.microsoft.com/office/drawing/2014/main" id="{E4218DBE-5C68-BD56-C53A-8D83C434DAAC}"/>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Line 26">
              <a:extLst>
                <a:ext uri="{FF2B5EF4-FFF2-40B4-BE49-F238E27FC236}">
                  <a16:creationId xmlns:a16="http://schemas.microsoft.com/office/drawing/2014/main" id="{278EACB3-C63D-3DCB-5B8A-5377A21C5087}"/>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30" name="Line 27">
              <a:extLst>
                <a:ext uri="{FF2B5EF4-FFF2-40B4-BE49-F238E27FC236}">
                  <a16:creationId xmlns:a16="http://schemas.microsoft.com/office/drawing/2014/main" id="{21C65632-7628-D68F-999E-5CB3CEB30F0C}"/>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31" name="Line 29">
              <a:extLst>
                <a:ext uri="{FF2B5EF4-FFF2-40B4-BE49-F238E27FC236}">
                  <a16:creationId xmlns:a16="http://schemas.microsoft.com/office/drawing/2014/main" id="{307B27D8-34EB-5EDA-C40C-F285BD638FB1}"/>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284161" y="2551358"/>
            <a:ext cx="4535489" cy="2779175"/>
          </a:xfrm>
        </p:spPr>
        <p:txBody>
          <a:bodyPr anchor="ctr" anchorCtr="0"/>
          <a:lstStyle>
            <a:lvl1pPr>
              <a:defRPr sz="48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284163" y="5567876"/>
            <a:ext cx="4535487" cy="1005962"/>
          </a:xfrm>
        </p:spPr>
        <p:txBody>
          <a:bodyPr anchor="ctr" anchorCtr="0"/>
          <a:lstStyle>
            <a:lvl1pPr marL="0" indent="0">
              <a:buNone/>
              <a:defRPr sz="1700">
                <a:solidFill>
                  <a:schemeClr val="tx1"/>
                </a:solidFill>
                <a:latin typeface="Roboto Mono" pitchFamily="2" charset="0"/>
                <a:ea typeface="Roboto Mono"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3685289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COLOUR">
    <p:bg>
      <p:bgPr>
        <a:solidFill>
          <a:schemeClr val="accent3"/>
        </a:solidFill>
        <a:effectLst/>
      </p:bgPr>
    </p:bg>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AE66A8A2-D27B-6B6B-4289-9727E22AD66A}"/>
              </a:ext>
            </a:extLst>
          </p:cNvPr>
          <p:cNvSpPr>
            <a:spLocks noGrp="1"/>
          </p:cNvSpPr>
          <p:nvPr>
            <p:ph type="pic" sz="quarter" idx="13" hasCustomPrompt="1"/>
          </p:nvPr>
        </p:nvSpPr>
        <p:spPr>
          <a:xfrm>
            <a:off x="5103821" y="284164"/>
            <a:ext cx="6804018" cy="6289674"/>
          </a:xfrm>
          <a:solidFill>
            <a:schemeClr val="bg1">
              <a:lumMod val="85000"/>
            </a:schemeClr>
          </a:solidFill>
          <a:ln w="19050">
            <a:solidFill>
              <a:schemeClr val="bg1"/>
            </a:solidFill>
            <a:miter lim="800000"/>
          </a:ln>
        </p:spPr>
        <p:txBody>
          <a:bodyPr/>
          <a:lstStyle>
            <a:lvl1pPr>
              <a:defRPr sz="1200"/>
            </a:lvl1pPr>
          </a:lstStyle>
          <a:p>
            <a:r>
              <a:rPr lang="en-GB" dirty="0"/>
              <a:t>Add picture</a:t>
            </a:r>
            <a:endParaRPr lang="ar-SA" dirty="0"/>
          </a:p>
        </p:txBody>
      </p:sp>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284161" y="2551358"/>
            <a:ext cx="4535489" cy="2779175"/>
          </a:xfrm>
        </p:spPr>
        <p:txBody>
          <a:bodyPr anchor="ctr" anchorCtr="0"/>
          <a:lstStyle>
            <a:lvl1pPr>
              <a:defRPr sz="4800">
                <a:solidFill>
                  <a:schemeClr val="bg1"/>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284163" y="5567876"/>
            <a:ext cx="4535487" cy="1005962"/>
          </a:xfrm>
        </p:spPr>
        <p:txBody>
          <a:bodyPr anchor="ctr" anchorCtr="0"/>
          <a:lstStyle>
            <a:lvl1pPr marL="0" indent="0">
              <a:buNone/>
              <a:defRPr sz="1700">
                <a:solidFill>
                  <a:schemeClr val="bg1"/>
                </a:solidFill>
                <a:latin typeface="Roboto Mono" pitchFamily="2" charset="0"/>
                <a:ea typeface="Roboto Mono"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grpSp>
        <p:nvGrpSpPr>
          <p:cNvPr id="4" name="Group 3">
            <a:extLst>
              <a:ext uri="{FF2B5EF4-FFF2-40B4-BE49-F238E27FC236}">
                <a16:creationId xmlns:a16="http://schemas.microsoft.com/office/drawing/2014/main" id="{B8157823-46B1-B578-E536-49787B572252}"/>
              </a:ext>
            </a:extLst>
          </p:cNvPr>
          <p:cNvGrpSpPr>
            <a:grpSpLocks noChangeAspect="1"/>
          </p:cNvGrpSpPr>
          <p:nvPr userDrawn="1"/>
        </p:nvGrpSpPr>
        <p:grpSpPr>
          <a:xfrm>
            <a:off x="285750" y="282721"/>
            <a:ext cx="1701799" cy="1707726"/>
            <a:chOff x="2857500" y="180976"/>
            <a:chExt cx="5924550" cy="5945187"/>
          </a:xfrm>
        </p:grpSpPr>
        <p:sp>
          <p:nvSpPr>
            <p:cNvPr id="5" name="Rectangle 5">
              <a:extLst>
                <a:ext uri="{FF2B5EF4-FFF2-40B4-BE49-F238E27FC236}">
                  <a16:creationId xmlns:a16="http://schemas.microsoft.com/office/drawing/2014/main" id="{53B26F7A-2DDF-3427-1875-2D59E1BE9466}"/>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6" name="Freeform 7">
              <a:extLst>
                <a:ext uri="{FF2B5EF4-FFF2-40B4-BE49-F238E27FC236}">
                  <a16:creationId xmlns:a16="http://schemas.microsoft.com/office/drawing/2014/main" id="{99C9F786-8BD9-1EA4-C796-146C0DA0BC70}"/>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8">
              <a:extLst>
                <a:ext uri="{FF2B5EF4-FFF2-40B4-BE49-F238E27FC236}">
                  <a16:creationId xmlns:a16="http://schemas.microsoft.com/office/drawing/2014/main" id="{0BB4A127-5C47-B600-59F5-DBC463DEEB60}"/>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9">
              <a:extLst>
                <a:ext uri="{FF2B5EF4-FFF2-40B4-BE49-F238E27FC236}">
                  <a16:creationId xmlns:a16="http://schemas.microsoft.com/office/drawing/2014/main" id="{6F379A8D-C637-5E0F-177D-355BB13576C2}"/>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10">
              <a:extLst>
                <a:ext uri="{FF2B5EF4-FFF2-40B4-BE49-F238E27FC236}">
                  <a16:creationId xmlns:a16="http://schemas.microsoft.com/office/drawing/2014/main" id="{A2A10FD1-62CF-7ACC-52B0-E91079F17AA0}"/>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11">
              <a:extLst>
                <a:ext uri="{FF2B5EF4-FFF2-40B4-BE49-F238E27FC236}">
                  <a16:creationId xmlns:a16="http://schemas.microsoft.com/office/drawing/2014/main" id="{870366BD-25DA-ED20-63DE-94D786730CD9}"/>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Freeform 12">
              <a:extLst>
                <a:ext uri="{FF2B5EF4-FFF2-40B4-BE49-F238E27FC236}">
                  <a16:creationId xmlns:a16="http://schemas.microsoft.com/office/drawing/2014/main" id="{3C4EE07C-439B-47EE-AE99-945C986C7BB6}"/>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Rectangle 13">
              <a:extLst>
                <a:ext uri="{FF2B5EF4-FFF2-40B4-BE49-F238E27FC236}">
                  <a16:creationId xmlns:a16="http://schemas.microsoft.com/office/drawing/2014/main" id="{D965D628-567F-0F48-5365-F8CA3579801E}"/>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14">
              <a:extLst>
                <a:ext uri="{FF2B5EF4-FFF2-40B4-BE49-F238E27FC236}">
                  <a16:creationId xmlns:a16="http://schemas.microsoft.com/office/drawing/2014/main" id="{BC8B6938-CAA2-B4BC-42D3-0EDD7DDD371A}"/>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15">
              <a:extLst>
                <a:ext uri="{FF2B5EF4-FFF2-40B4-BE49-F238E27FC236}">
                  <a16:creationId xmlns:a16="http://schemas.microsoft.com/office/drawing/2014/main" id="{63E05349-F9DE-8676-036F-30F65E12DC91}"/>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Freeform 16">
              <a:extLst>
                <a:ext uri="{FF2B5EF4-FFF2-40B4-BE49-F238E27FC236}">
                  <a16:creationId xmlns:a16="http://schemas.microsoft.com/office/drawing/2014/main" id="{162B0012-DD11-1EC4-B5C6-3D94856BB0A6}"/>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1" name="Freeform 17">
              <a:extLst>
                <a:ext uri="{FF2B5EF4-FFF2-40B4-BE49-F238E27FC236}">
                  <a16:creationId xmlns:a16="http://schemas.microsoft.com/office/drawing/2014/main" id="{4B8CC901-9B3A-5E16-B327-AA66176F34BD}"/>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2" name="Freeform 18">
              <a:extLst>
                <a:ext uri="{FF2B5EF4-FFF2-40B4-BE49-F238E27FC236}">
                  <a16:creationId xmlns:a16="http://schemas.microsoft.com/office/drawing/2014/main" id="{9AF6DCBC-560C-BC68-9DC2-805FF2351AF4}"/>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3" name="Freeform 19">
              <a:extLst>
                <a:ext uri="{FF2B5EF4-FFF2-40B4-BE49-F238E27FC236}">
                  <a16:creationId xmlns:a16="http://schemas.microsoft.com/office/drawing/2014/main" id="{97E2E3FC-E609-3679-4150-453D97EE6FC4}"/>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4" name="Freeform 20">
              <a:extLst>
                <a:ext uri="{FF2B5EF4-FFF2-40B4-BE49-F238E27FC236}">
                  <a16:creationId xmlns:a16="http://schemas.microsoft.com/office/drawing/2014/main" id="{9F4ABEA9-1A81-817C-E534-ABAEE0A94484}"/>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5" name="Freeform 21">
              <a:extLst>
                <a:ext uri="{FF2B5EF4-FFF2-40B4-BE49-F238E27FC236}">
                  <a16:creationId xmlns:a16="http://schemas.microsoft.com/office/drawing/2014/main" id="{F39F663D-863B-95F4-9C8D-A255033CF816}"/>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6" name="Rectangle 22">
              <a:extLst>
                <a:ext uri="{FF2B5EF4-FFF2-40B4-BE49-F238E27FC236}">
                  <a16:creationId xmlns:a16="http://schemas.microsoft.com/office/drawing/2014/main" id="{839E31C3-1121-39D4-C523-AF9278E33C62}"/>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7" name="Freeform 23">
              <a:extLst>
                <a:ext uri="{FF2B5EF4-FFF2-40B4-BE49-F238E27FC236}">
                  <a16:creationId xmlns:a16="http://schemas.microsoft.com/office/drawing/2014/main" id="{9ABD2C86-02DE-67C1-FF24-6ECA94DBD7BC}"/>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8" name="Freeform 24">
              <a:extLst>
                <a:ext uri="{FF2B5EF4-FFF2-40B4-BE49-F238E27FC236}">
                  <a16:creationId xmlns:a16="http://schemas.microsoft.com/office/drawing/2014/main" id="{9E88B94F-BDA7-A0B7-062B-23D6737CE162}"/>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9" name="Freeform 25">
              <a:extLst>
                <a:ext uri="{FF2B5EF4-FFF2-40B4-BE49-F238E27FC236}">
                  <a16:creationId xmlns:a16="http://schemas.microsoft.com/office/drawing/2014/main" id="{6EB3AD21-E91E-06BE-C3F4-81D66268AB62}"/>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0" name="Line 26">
              <a:extLst>
                <a:ext uri="{FF2B5EF4-FFF2-40B4-BE49-F238E27FC236}">
                  <a16:creationId xmlns:a16="http://schemas.microsoft.com/office/drawing/2014/main" id="{50049BF7-8BB5-79CD-67D6-5BE9782E5705}"/>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51" name="Line 27">
              <a:extLst>
                <a:ext uri="{FF2B5EF4-FFF2-40B4-BE49-F238E27FC236}">
                  <a16:creationId xmlns:a16="http://schemas.microsoft.com/office/drawing/2014/main" id="{AF1B7649-24BD-FC20-4002-30F99C576E7E}"/>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52" name="Line 29">
              <a:extLst>
                <a:ext uri="{FF2B5EF4-FFF2-40B4-BE49-F238E27FC236}">
                  <a16:creationId xmlns:a16="http://schemas.microsoft.com/office/drawing/2014/main" id="{D0E51BF0-A848-6B99-A1F7-AFF3F5A9DE3C}"/>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Tree>
    <p:extLst>
      <p:ext uri="{BB962C8B-B14F-4D97-AF65-F5344CB8AC3E}">
        <p14:creationId xmlns:p14="http://schemas.microsoft.com/office/powerpoint/2010/main" val="3276284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8AB1-DD1F-B1E0-ECA5-A98D9B637BEC}"/>
              </a:ext>
            </a:extLst>
          </p:cNvPr>
          <p:cNvSpPr>
            <a:spLocks noGrp="1"/>
          </p:cNvSpPr>
          <p:nvPr>
            <p:ph type="title"/>
          </p:nvPr>
        </p:nvSpPr>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27B18FDB-EF0B-9F7B-2EE6-D8C0511D657B}"/>
              </a:ext>
            </a:extLst>
          </p:cNvPr>
          <p:cNvSpPr>
            <a:spLocks noGrp="1"/>
          </p:cNvSpPr>
          <p:nvPr>
            <p:ph sz="half" idx="1"/>
          </p:nvPr>
        </p:nvSpPr>
        <p:spPr>
          <a:xfrm>
            <a:off x="568325" y="1979613"/>
            <a:ext cx="5102225" cy="40941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42E055E5-6BDF-87CF-3102-A76BE747142B}"/>
              </a:ext>
            </a:extLst>
          </p:cNvPr>
          <p:cNvSpPr>
            <a:spLocks noGrp="1"/>
          </p:cNvSpPr>
          <p:nvPr>
            <p:ph sz="half" idx="2"/>
          </p:nvPr>
        </p:nvSpPr>
        <p:spPr>
          <a:xfrm>
            <a:off x="6238874" y="1979612"/>
            <a:ext cx="5102225" cy="40941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8AE17FDA-5DBE-EA76-DFB7-0EE62979B8C9}"/>
              </a:ext>
            </a:extLst>
          </p:cNvPr>
          <p:cNvSpPr>
            <a:spLocks noGrp="1"/>
          </p:cNvSpPr>
          <p:nvPr>
            <p:ph type="dt" sz="half" idx="10"/>
          </p:nvPr>
        </p:nvSpPr>
        <p:spPr/>
        <p:txBody>
          <a:bodyPr/>
          <a:lstStyle/>
          <a:p>
            <a:fld id="{9A935A29-47DC-4489-83DE-C7B8737234C9}" type="datetime1">
              <a:rPr lang="en-GB" smtClean="0"/>
              <a:t>06/06/2025</a:t>
            </a:fld>
            <a:endParaRPr lang="en-GB"/>
          </a:p>
        </p:txBody>
      </p:sp>
      <p:sp>
        <p:nvSpPr>
          <p:cNvPr id="6" name="Footer Placeholder 5">
            <a:extLst>
              <a:ext uri="{FF2B5EF4-FFF2-40B4-BE49-F238E27FC236}">
                <a16:creationId xmlns:a16="http://schemas.microsoft.com/office/drawing/2014/main" id="{203916C8-3C88-EB69-C4B9-DA3F5B09F7F4}"/>
              </a:ext>
            </a:extLst>
          </p:cNvPr>
          <p:cNvSpPr>
            <a:spLocks noGrp="1"/>
          </p:cNvSpPr>
          <p:nvPr>
            <p:ph type="ftr" sz="quarter" idx="11"/>
          </p:nvPr>
        </p:nvSpPr>
        <p:spPr/>
        <p:txBody>
          <a:bodyPr/>
          <a:lstStyle/>
          <a:p>
            <a:r>
              <a:rPr lang="en-GB"/>
              <a:t>Presentation title</a:t>
            </a:r>
          </a:p>
        </p:txBody>
      </p:sp>
      <p:sp>
        <p:nvSpPr>
          <p:cNvPr id="7" name="Slide Number Placeholder 6">
            <a:extLst>
              <a:ext uri="{FF2B5EF4-FFF2-40B4-BE49-F238E27FC236}">
                <a16:creationId xmlns:a16="http://schemas.microsoft.com/office/drawing/2014/main" id="{B4871370-B10E-0FDA-4BBD-9C03664D2A6B}"/>
              </a:ext>
            </a:extLst>
          </p:cNvPr>
          <p:cNvSpPr>
            <a:spLocks noGrp="1"/>
          </p:cNvSpPr>
          <p:nvPr>
            <p:ph type="sldNum" sz="quarter" idx="12"/>
          </p:nvPr>
        </p:nvSpPr>
        <p:spPr>
          <a:xfrm>
            <a:off x="11084719" y="6271316"/>
            <a:ext cx="520344" cy="299925"/>
          </a:xfrm>
          <a:prstGeom prst="rect">
            <a:avLst/>
          </a:prstGeom>
        </p:spPr>
        <p:txBody>
          <a:bodyPr/>
          <a:lstStyle/>
          <a:p>
            <a:fld id="{255DAFDF-2EF6-44FB-8AA4-C1E9B7563AAC}" type="slidenum">
              <a:rPr lang="en-GB" smtClean="0"/>
              <a:t>‹#›</a:t>
            </a:fld>
            <a:endParaRPr lang="en-GB"/>
          </a:p>
        </p:txBody>
      </p:sp>
      <p:sp>
        <p:nvSpPr>
          <p:cNvPr id="8" name="Rectangle 7">
            <a:extLst>
              <a:ext uri="{FF2B5EF4-FFF2-40B4-BE49-F238E27FC236}">
                <a16:creationId xmlns:a16="http://schemas.microsoft.com/office/drawing/2014/main" id="{FB38BE68-C697-FF45-F002-6FEB944BE6E3}"/>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9" name="Rectangle 8">
            <a:extLst>
              <a:ext uri="{FF2B5EF4-FFF2-40B4-BE49-F238E27FC236}">
                <a16:creationId xmlns:a16="http://schemas.microsoft.com/office/drawing/2014/main" id="{728F5CA6-F75B-5E9D-2D79-BC8DACC17DBC}"/>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Tree>
    <p:extLst>
      <p:ext uri="{BB962C8B-B14F-4D97-AF65-F5344CB8AC3E}">
        <p14:creationId xmlns:p14="http://schemas.microsoft.com/office/powerpoint/2010/main" val="3949541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8AB1-DD1F-B1E0-ECA5-A98D9B637BEC}"/>
              </a:ext>
            </a:extLst>
          </p:cNvPr>
          <p:cNvSpPr>
            <a:spLocks noGrp="1"/>
          </p:cNvSpPr>
          <p:nvPr>
            <p:ph type="title"/>
          </p:nvPr>
        </p:nvSpPr>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27B18FDB-EF0B-9F7B-2EE6-D8C0511D657B}"/>
              </a:ext>
            </a:extLst>
          </p:cNvPr>
          <p:cNvSpPr>
            <a:spLocks noGrp="1"/>
          </p:cNvSpPr>
          <p:nvPr>
            <p:ph sz="half" idx="1"/>
          </p:nvPr>
        </p:nvSpPr>
        <p:spPr>
          <a:xfrm>
            <a:off x="568325" y="1979613"/>
            <a:ext cx="5102225" cy="40941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8AE17FDA-5DBE-EA76-DFB7-0EE62979B8C9}"/>
              </a:ext>
            </a:extLst>
          </p:cNvPr>
          <p:cNvSpPr>
            <a:spLocks noGrp="1"/>
          </p:cNvSpPr>
          <p:nvPr>
            <p:ph type="dt" sz="half" idx="10"/>
          </p:nvPr>
        </p:nvSpPr>
        <p:spPr/>
        <p:txBody>
          <a:bodyPr/>
          <a:lstStyle/>
          <a:p>
            <a:fld id="{9A935A29-47DC-4489-83DE-C7B8737234C9}" type="datetime1">
              <a:rPr lang="en-GB" smtClean="0"/>
              <a:t>06/06/2025</a:t>
            </a:fld>
            <a:endParaRPr lang="en-GB"/>
          </a:p>
        </p:txBody>
      </p:sp>
      <p:sp>
        <p:nvSpPr>
          <p:cNvPr id="6" name="Footer Placeholder 5">
            <a:extLst>
              <a:ext uri="{FF2B5EF4-FFF2-40B4-BE49-F238E27FC236}">
                <a16:creationId xmlns:a16="http://schemas.microsoft.com/office/drawing/2014/main" id="{203916C8-3C88-EB69-C4B9-DA3F5B09F7F4}"/>
              </a:ext>
            </a:extLst>
          </p:cNvPr>
          <p:cNvSpPr>
            <a:spLocks noGrp="1"/>
          </p:cNvSpPr>
          <p:nvPr>
            <p:ph type="ftr" sz="quarter" idx="11"/>
          </p:nvPr>
        </p:nvSpPr>
        <p:spPr/>
        <p:txBody>
          <a:bodyPr/>
          <a:lstStyle/>
          <a:p>
            <a:r>
              <a:rPr lang="en-GB"/>
              <a:t>Presentation title</a:t>
            </a:r>
          </a:p>
        </p:txBody>
      </p:sp>
      <p:sp>
        <p:nvSpPr>
          <p:cNvPr id="7" name="Slide Number Placeholder 6">
            <a:extLst>
              <a:ext uri="{FF2B5EF4-FFF2-40B4-BE49-F238E27FC236}">
                <a16:creationId xmlns:a16="http://schemas.microsoft.com/office/drawing/2014/main" id="{B4871370-B10E-0FDA-4BBD-9C03664D2A6B}"/>
              </a:ext>
            </a:extLst>
          </p:cNvPr>
          <p:cNvSpPr>
            <a:spLocks noGrp="1"/>
          </p:cNvSpPr>
          <p:nvPr>
            <p:ph type="sldNum" sz="quarter" idx="12"/>
          </p:nvPr>
        </p:nvSpPr>
        <p:spPr>
          <a:xfrm>
            <a:off x="11084719" y="6271316"/>
            <a:ext cx="520344" cy="299925"/>
          </a:xfrm>
          <a:prstGeom prst="rect">
            <a:avLst/>
          </a:prstGeom>
        </p:spPr>
        <p:txBody>
          <a:bodyPr/>
          <a:lstStyle/>
          <a:p>
            <a:fld id="{255DAFDF-2EF6-44FB-8AA4-C1E9B7563AAC}" type="slidenum">
              <a:rPr lang="en-GB" smtClean="0"/>
              <a:t>‹#›</a:t>
            </a:fld>
            <a:endParaRPr lang="en-GB"/>
          </a:p>
        </p:txBody>
      </p:sp>
      <p:sp>
        <p:nvSpPr>
          <p:cNvPr id="8" name="Rectangle 7">
            <a:extLst>
              <a:ext uri="{FF2B5EF4-FFF2-40B4-BE49-F238E27FC236}">
                <a16:creationId xmlns:a16="http://schemas.microsoft.com/office/drawing/2014/main" id="{FB38BE68-C697-FF45-F002-6FEB944BE6E3}"/>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9" name="Rectangle 8">
            <a:extLst>
              <a:ext uri="{FF2B5EF4-FFF2-40B4-BE49-F238E27FC236}">
                <a16:creationId xmlns:a16="http://schemas.microsoft.com/office/drawing/2014/main" id="{728F5CA6-F75B-5E9D-2D79-BC8DACC17DBC}"/>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11" name="Picture Placeholder 10">
            <a:extLst>
              <a:ext uri="{FF2B5EF4-FFF2-40B4-BE49-F238E27FC236}">
                <a16:creationId xmlns:a16="http://schemas.microsoft.com/office/drawing/2014/main" id="{B8B86A9F-A058-3104-AFD3-5291473D53DC}"/>
              </a:ext>
            </a:extLst>
          </p:cNvPr>
          <p:cNvSpPr>
            <a:spLocks noGrp="1"/>
          </p:cNvSpPr>
          <p:nvPr>
            <p:ph type="pic" sz="quarter" idx="13"/>
          </p:nvPr>
        </p:nvSpPr>
        <p:spPr>
          <a:xfrm>
            <a:off x="6237288" y="1979613"/>
            <a:ext cx="5670550" cy="4094162"/>
          </a:xfrm>
          <a:solidFill>
            <a:schemeClr val="bg1">
              <a:lumMod val="85000"/>
            </a:schemeClr>
          </a:solidFill>
          <a:ln w="19050">
            <a:solidFill>
              <a:schemeClr val="tx1"/>
            </a:solidFill>
            <a:miter lim="800000"/>
          </a:ln>
        </p:spPr>
        <p:txBody>
          <a:bodyPr/>
          <a:lstStyle/>
          <a:p>
            <a:r>
              <a:rPr lang="en-GB"/>
              <a:t>Click icon to add picture</a:t>
            </a:r>
            <a:endParaRPr lang="ar-SA"/>
          </a:p>
        </p:txBody>
      </p:sp>
    </p:spTree>
    <p:extLst>
      <p:ext uri="{BB962C8B-B14F-4D97-AF65-F5344CB8AC3E}">
        <p14:creationId xmlns:p14="http://schemas.microsoft.com/office/powerpoint/2010/main" val="2878699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8AB1-DD1F-B1E0-ECA5-A98D9B637BEC}"/>
              </a:ext>
            </a:extLst>
          </p:cNvPr>
          <p:cNvSpPr>
            <a:spLocks noGrp="1"/>
          </p:cNvSpPr>
          <p:nvPr>
            <p:ph type="title"/>
          </p:nvPr>
        </p:nvSpPr>
        <p:spPr/>
        <p:txBody>
          <a:bodyPr/>
          <a:lstStyle>
            <a:lvl1pPr>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27B18FDB-EF0B-9F7B-2EE6-D8C0511D657B}"/>
              </a:ext>
            </a:extLst>
          </p:cNvPr>
          <p:cNvSpPr>
            <a:spLocks noGrp="1"/>
          </p:cNvSpPr>
          <p:nvPr>
            <p:ph sz="half" idx="1"/>
          </p:nvPr>
        </p:nvSpPr>
        <p:spPr>
          <a:xfrm>
            <a:off x="568325" y="1979613"/>
            <a:ext cx="5102225" cy="40941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8AE17FDA-5DBE-EA76-DFB7-0EE62979B8C9}"/>
              </a:ext>
            </a:extLst>
          </p:cNvPr>
          <p:cNvSpPr>
            <a:spLocks noGrp="1"/>
          </p:cNvSpPr>
          <p:nvPr>
            <p:ph type="dt" sz="half" idx="10"/>
          </p:nvPr>
        </p:nvSpPr>
        <p:spPr/>
        <p:txBody>
          <a:bodyPr/>
          <a:lstStyle/>
          <a:p>
            <a:fld id="{9A935A29-47DC-4489-83DE-C7B8737234C9}" type="datetime1">
              <a:rPr lang="en-GB" smtClean="0"/>
              <a:t>06/06/2025</a:t>
            </a:fld>
            <a:endParaRPr lang="en-GB"/>
          </a:p>
        </p:txBody>
      </p:sp>
      <p:sp>
        <p:nvSpPr>
          <p:cNvPr id="6" name="Footer Placeholder 5">
            <a:extLst>
              <a:ext uri="{FF2B5EF4-FFF2-40B4-BE49-F238E27FC236}">
                <a16:creationId xmlns:a16="http://schemas.microsoft.com/office/drawing/2014/main" id="{203916C8-3C88-EB69-C4B9-DA3F5B09F7F4}"/>
              </a:ext>
            </a:extLst>
          </p:cNvPr>
          <p:cNvSpPr>
            <a:spLocks noGrp="1"/>
          </p:cNvSpPr>
          <p:nvPr>
            <p:ph type="ftr" sz="quarter" idx="11"/>
          </p:nvPr>
        </p:nvSpPr>
        <p:spPr/>
        <p:txBody>
          <a:bodyPr/>
          <a:lstStyle/>
          <a:p>
            <a:r>
              <a:rPr lang="en-GB"/>
              <a:t>Presentation title</a:t>
            </a:r>
          </a:p>
        </p:txBody>
      </p:sp>
      <p:sp>
        <p:nvSpPr>
          <p:cNvPr id="7" name="Slide Number Placeholder 6">
            <a:extLst>
              <a:ext uri="{FF2B5EF4-FFF2-40B4-BE49-F238E27FC236}">
                <a16:creationId xmlns:a16="http://schemas.microsoft.com/office/drawing/2014/main" id="{B4871370-B10E-0FDA-4BBD-9C03664D2A6B}"/>
              </a:ext>
            </a:extLst>
          </p:cNvPr>
          <p:cNvSpPr>
            <a:spLocks noGrp="1"/>
          </p:cNvSpPr>
          <p:nvPr>
            <p:ph type="sldNum" sz="quarter" idx="12"/>
          </p:nvPr>
        </p:nvSpPr>
        <p:spPr>
          <a:xfrm>
            <a:off x="11084719" y="6271316"/>
            <a:ext cx="520344" cy="299925"/>
          </a:xfrm>
          <a:prstGeom prst="rect">
            <a:avLst/>
          </a:prstGeom>
        </p:spPr>
        <p:txBody>
          <a:bodyPr/>
          <a:lstStyle/>
          <a:p>
            <a:fld id="{255DAFDF-2EF6-44FB-8AA4-C1E9B7563AAC}" type="slidenum">
              <a:rPr lang="en-GB" smtClean="0"/>
              <a:t>‹#›</a:t>
            </a:fld>
            <a:endParaRPr lang="en-GB"/>
          </a:p>
        </p:txBody>
      </p:sp>
      <p:sp>
        <p:nvSpPr>
          <p:cNvPr id="8" name="Rectangle 7">
            <a:extLst>
              <a:ext uri="{FF2B5EF4-FFF2-40B4-BE49-F238E27FC236}">
                <a16:creationId xmlns:a16="http://schemas.microsoft.com/office/drawing/2014/main" id="{FB38BE68-C697-FF45-F002-6FEB944BE6E3}"/>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9" name="Rectangle 8">
            <a:extLst>
              <a:ext uri="{FF2B5EF4-FFF2-40B4-BE49-F238E27FC236}">
                <a16:creationId xmlns:a16="http://schemas.microsoft.com/office/drawing/2014/main" id="{728F5CA6-F75B-5E9D-2D79-BC8DACC17DBC}"/>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4" name="Picture Placeholder 10">
            <a:extLst>
              <a:ext uri="{FF2B5EF4-FFF2-40B4-BE49-F238E27FC236}">
                <a16:creationId xmlns:a16="http://schemas.microsoft.com/office/drawing/2014/main" id="{3DDFB5E0-2DFC-4B2E-965B-B4BCD8298DF1}"/>
              </a:ext>
            </a:extLst>
          </p:cNvPr>
          <p:cNvSpPr>
            <a:spLocks noGrp="1"/>
          </p:cNvSpPr>
          <p:nvPr>
            <p:ph type="pic" sz="quarter" idx="14"/>
          </p:nvPr>
        </p:nvSpPr>
        <p:spPr>
          <a:xfrm>
            <a:off x="9083299" y="4143374"/>
            <a:ext cx="2813825" cy="2134786"/>
          </a:xfrm>
          <a:solidFill>
            <a:schemeClr val="bg1">
              <a:lumMod val="85000"/>
            </a:schemeClr>
          </a:solidFill>
          <a:ln w="19050">
            <a:noFill/>
            <a:miter lim="800000"/>
          </a:ln>
        </p:spPr>
        <p:txBody>
          <a:bodyPr/>
          <a:lstStyle/>
          <a:p>
            <a:r>
              <a:rPr lang="en-GB"/>
              <a:t>Click icon to add picture</a:t>
            </a:r>
            <a:endParaRPr lang="ar-SA" dirty="0"/>
          </a:p>
        </p:txBody>
      </p:sp>
      <p:sp>
        <p:nvSpPr>
          <p:cNvPr id="14" name="Picture Placeholder 10">
            <a:extLst>
              <a:ext uri="{FF2B5EF4-FFF2-40B4-BE49-F238E27FC236}">
                <a16:creationId xmlns:a16="http://schemas.microsoft.com/office/drawing/2014/main" id="{6C431DFB-A461-5D03-7931-BF1121FF540B}"/>
              </a:ext>
            </a:extLst>
          </p:cNvPr>
          <p:cNvSpPr>
            <a:spLocks noGrp="1"/>
          </p:cNvSpPr>
          <p:nvPr>
            <p:ph type="pic" sz="quarter" idx="17"/>
          </p:nvPr>
        </p:nvSpPr>
        <p:spPr>
          <a:xfrm>
            <a:off x="6246806" y="4143374"/>
            <a:ext cx="2818613" cy="2134791"/>
          </a:xfrm>
          <a:solidFill>
            <a:schemeClr val="bg1">
              <a:lumMod val="85000"/>
            </a:schemeClr>
          </a:solidFill>
          <a:ln w="19050">
            <a:noFill/>
            <a:miter lim="800000"/>
          </a:ln>
        </p:spPr>
        <p:txBody>
          <a:bodyPr/>
          <a:lstStyle/>
          <a:p>
            <a:r>
              <a:rPr lang="en-GB"/>
              <a:t>Click icon to add picture</a:t>
            </a:r>
            <a:endParaRPr lang="ar-SA" dirty="0"/>
          </a:p>
        </p:txBody>
      </p:sp>
      <p:sp>
        <p:nvSpPr>
          <p:cNvPr id="15" name="Picture Placeholder 10">
            <a:extLst>
              <a:ext uri="{FF2B5EF4-FFF2-40B4-BE49-F238E27FC236}">
                <a16:creationId xmlns:a16="http://schemas.microsoft.com/office/drawing/2014/main" id="{DA7ED82C-9C67-005D-DB73-0988BD87924A}"/>
              </a:ext>
            </a:extLst>
          </p:cNvPr>
          <p:cNvSpPr>
            <a:spLocks noGrp="1"/>
          </p:cNvSpPr>
          <p:nvPr>
            <p:ph type="pic" sz="quarter" idx="18"/>
          </p:nvPr>
        </p:nvSpPr>
        <p:spPr>
          <a:xfrm>
            <a:off x="9079708" y="1984920"/>
            <a:ext cx="2819398" cy="2141651"/>
          </a:xfrm>
          <a:solidFill>
            <a:schemeClr val="bg1">
              <a:lumMod val="85000"/>
            </a:schemeClr>
          </a:solidFill>
          <a:ln w="19050">
            <a:noFill/>
            <a:miter lim="800000"/>
          </a:ln>
        </p:spPr>
        <p:txBody>
          <a:bodyPr/>
          <a:lstStyle/>
          <a:p>
            <a:r>
              <a:rPr lang="en-GB"/>
              <a:t>Click icon to add picture</a:t>
            </a:r>
            <a:endParaRPr lang="ar-SA" dirty="0"/>
          </a:p>
        </p:txBody>
      </p:sp>
      <p:sp>
        <p:nvSpPr>
          <p:cNvPr id="16" name="Picture Placeholder 10">
            <a:extLst>
              <a:ext uri="{FF2B5EF4-FFF2-40B4-BE49-F238E27FC236}">
                <a16:creationId xmlns:a16="http://schemas.microsoft.com/office/drawing/2014/main" id="{7BEFAB74-8401-ABED-7875-7BFBFA7F15C0}"/>
              </a:ext>
            </a:extLst>
          </p:cNvPr>
          <p:cNvSpPr>
            <a:spLocks noGrp="1"/>
          </p:cNvSpPr>
          <p:nvPr>
            <p:ph type="pic" sz="quarter" idx="19"/>
          </p:nvPr>
        </p:nvSpPr>
        <p:spPr>
          <a:xfrm>
            <a:off x="6246805" y="1990714"/>
            <a:ext cx="2818605" cy="2138373"/>
          </a:xfrm>
          <a:solidFill>
            <a:schemeClr val="bg1">
              <a:lumMod val="85000"/>
            </a:schemeClr>
          </a:solidFill>
          <a:ln w="19050">
            <a:noFill/>
            <a:miter lim="800000"/>
          </a:ln>
        </p:spPr>
        <p:txBody>
          <a:bodyPr/>
          <a:lstStyle/>
          <a:p>
            <a:r>
              <a:rPr lang="en-GB"/>
              <a:t>Click icon to add picture</a:t>
            </a:r>
            <a:endParaRPr lang="ar-SA" dirty="0"/>
          </a:p>
        </p:txBody>
      </p:sp>
      <p:sp>
        <p:nvSpPr>
          <p:cNvPr id="10" name="Rectangle 9">
            <a:extLst>
              <a:ext uri="{FF2B5EF4-FFF2-40B4-BE49-F238E27FC236}">
                <a16:creationId xmlns:a16="http://schemas.microsoft.com/office/drawing/2014/main" id="{F0D37044-1A25-7F23-2AE6-8F36F6AA0A74}"/>
              </a:ext>
            </a:extLst>
          </p:cNvPr>
          <p:cNvSpPr/>
          <p:nvPr userDrawn="1"/>
        </p:nvSpPr>
        <p:spPr>
          <a:xfrm>
            <a:off x="6237288" y="1979613"/>
            <a:ext cx="5670550" cy="430847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000"/>
              </a:spcAft>
            </a:pPr>
            <a:endParaRPr lang="ar-SA" sz="1400" dirty="0" err="1">
              <a:solidFill>
                <a:schemeClr val="tx1"/>
              </a:solidFill>
            </a:endParaRPr>
          </a:p>
        </p:txBody>
      </p:sp>
      <p:cxnSp>
        <p:nvCxnSpPr>
          <p:cNvPr id="12" name="Straight Connector 11">
            <a:extLst>
              <a:ext uri="{FF2B5EF4-FFF2-40B4-BE49-F238E27FC236}">
                <a16:creationId xmlns:a16="http://schemas.microsoft.com/office/drawing/2014/main" id="{6136FB94-C62E-7176-5EDA-552E393D48B3}"/>
              </a:ext>
            </a:extLst>
          </p:cNvPr>
          <p:cNvCxnSpPr/>
          <p:nvPr userDrawn="1"/>
        </p:nvCxnSpPr>
        <p:spPr>
          <a:xfrm>
            <a:off x="6237288" y="4136503"/>
            <a:ext cx="565984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07EE593-0632-5488-E1FA-6EF4C641EF77}"/>
              </a:ext>
            </a:extLst>
          </p:cNvPr>
          <p:cNvCxnSpPr>
            <a:cxnSpLocks/>
            <a:stCxn id="10" idx="2"/>
          </p:cNvCxnSpPr>
          <p:nvPr userDrawn="1"/>
        </p:nvCxnSpPr>
        <p:spPr>
          <a:xfrm flipV="1">
            <a:off x="9072563" y="1979613"/>
            <a:ext cx="0" cy="4308474"/>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768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45CD-6256-41A7-E67A-EF2EDF3D02C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5BB6803-07B6-8079-63FE-F4B73515527E}"/>
              </a:ext>
            </a:extLst>
          </p:cNvPr>
          <p:cNvSpPr>
            <a:spLocks noGrp="1"/>
          </p:cNvSpPr>
          <p:nvPr>
            <p:ph type="dt" sz="half" idx="10"/>
          </p:nvPr>
        </p:nvSpPr>
        <p:spPr/>
        <p:txBody>
          <a:bodyPr/>
          <a:lstStyle/>
          <a:p>
            <a:fld id="{BC2235EB-81F6-483A-AB39-80DAEB510D04}" type="datetime1">
              <a:rPr lang="en-GB" smtClean="0"/>
              <a:t>06/06/2025</a:t>
            </a:fld>
            <a:endParaRPr lang="en-GB"/>
          </a:p>
        </p:txBody>
      </p:sp>
      <p:sp>
        <p:nvSpPr>
          <p:cNvPr id="4" name="Footer Placeholder 3">
            <a:extLst>
              <a:ext uri="{FF2B5EF4-FFF2-40B4-BE49-F238E27FC236}">
                <a16:creationId xmlns:a16="http://schemas.microsoft.com/office/drawing/2014/main" id="{83CA35C4-D814-B397-CB71-57A6467BE415}"/>
              </a:ext>
            </a:extLst>
          </p:cNvPr>
          <p:cNvSpPr>
            <a:spLocks noGrp="1"/>
          </p:cNvSpPr>
          <p:nvPr>
            <p:ph type="ftr" sz="quarter" idx="11"/>
          </p:nvPr>
        </p:nvSpPr>
        <p:spPr/>
        <p:txBody>
          <a:bodyPr/>
          <a:lstStyle/>
          <a:p>
            <a:r>
              <a:rPr lang="en-GB"/>
              <a:t>Presentation title</a:t>
            </a:r>
          </a:p>
        </p:txBody>
      </p:sp>
      <p:sp>
        <p:nvSpPr>
          <p:cNvPr id="5" name="Slide Number Placeholder 4">
            <a:extLst>
              <a:ext uri="{FF2B5EF4-FFF2-40B4-BE49-F238E27FC236}">
                <a16:creationId xmlns:a16="http://schemas.microsoft.com/office/drawing/2014/main" id="{842681B7-F071-B8D7-BF7A-19DBFB9AEF06}"/>
              </a:ext>
            </a:extLst>
          </p:cNvPr>
          <p:cNvSpPr>
            <a:spLocks noGrp="1"/>
          </p:cNvSpPr>
          <p:nvPr>
            <p:ph type="sldNum" sz="quarter" idx="12"/>
          </p:nvPr>
        </p:nvSpPr>
        <p:spPr>
          <a:xfrm>
            <a:off x="11084719" y="6271316"/>
            <a:ext cx="520344" cy="299925"/>
          </a:xfrm>
          <a:prstGeom prst="rect">
            <a:avLst/>
          </a:prstGeom>
        </p:spPr>
        <p:txBody>
          <a:bodyPr/>
          <a:lstStyle/>
          <a:p>
            <a:fld id="{255DAFDF-2EF6-44FB-8AA4-C1E9B7563AAC}" type="slidenum">
              <a:rPr lang="en-GB" smtClean="0"/>
              <a:t>‹#›</a:t>
            </a:fld>
            <a:endParaRPr lang="en-GB"/>
          </a:p>
        </p:txBody>
      </p:sp>
      <p:sp>
        <p:nvSpPr>
          <p:cNvPr id="6" name="Rectangle 5">
            <a:extLst>
              <a:ext uri="{FF2B5EF4-FFF2-40B4-BE49-F238E27FC236}">
                <a16:creationId xmlns:a16="http://schemas.microsoft.com/office/drawing/2014/main" id="{888181FC-45C0-3583-20F9-E7E02F757295}"/>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7" name="Rectangle 6">
            <a:extLst>
              <a:ext uri="{FF2B5EF4-FFF2-40B4-BE49-F238E27FC236}">
                <a16:creationId xmlns:a16="http://schemas.microsoft.com/office/drawing/2014/main" id="{FDFB1CD1-28EA-6C68-B3FA-806759A41647}"/>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Tree>
    <p:extLst>
      <p:ext uri="{BB962C8B-B14F-4D97-AF65-F5344CB8AC3E}">
        <p14:creationId xmlns:p14="http://schemas.microsoft.com/office/powerpoint/2010/main" val="207624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B7A8E4-96B6-6241-B76F-EBA6D814ABAB}"/>
              </a:ext>
            </a:extLst>
          </p:cNvPr>
          <p:cNvSpPr>
            <a:spLocks noGrp="1"/>
          </p:cNvSpPr>
          <p:nvPr>
            <p:ph type="dt" sz="half" idx="10"/>
          </p:nvPr>
        </p:nvSpPr>
        <p:spPr/>
        <p:txBody>
          <a:bodyPr/>
          <a:lstStyle/>
          <a:p>
            <a:fld id="{AC8157E3-3AC2-4888-9458-3799CE658DD3}" type="datetime1">
              <a:rPr lang="en-GB" smtClean="0"/>
              <a:t>06/06/2025</a:t>
            </a:fld>
            <a:endParaRPr lang="en-GB"/>
          </a:p>
        </p:txBody>
      </p:sp>
      <p:sp>
        <p:nvSpPr>
          <p:cNvPr id="3" name="Footer Placeholder 2">
            <a:extLst>
              <a:ext uri="{FF2B5EF4-FFF2-40B4-BE49-F238E27FC236}">
                <a16:creationId xmlns:a16="http://schemas.microsoft.com/office/drawing/2014/main" id="{2DC0E854-5BE6-1BFE-FC5C-06632F373997}"/>
              </a:ext>
            </a:extLst>
          </p:cNvPr>
          <p:cNvSpPr>
            <a:spLocks noGrp="1"/>
          </p:cNvSpPr>
          <p:nvPr>
            <p:ph type="ftr" sz="quarter" idx="11"/>
          </p:nvPr>
        </p:nvSpPr>
        <p:spPr/>
        <p:txBody>
          <a:bodyPr/>
          <a:lstStyle/>
          <a:p>
            <a:r>
              <a:rPr lang="en-GB"/>
              <a:t>Presentation title</a:t>
            </a:r>
          </a:p>
        </p:txBody>
      </p:sp>
      <p:sp>
        <p:nvSpPr>
          <p:cNvPr id="4" name="Slide Number Placeholder 3">
            <a:extLst>
              <a:ext uri="{FF2B5EF4-FFF2-40B4-BE49-F238E27FC236}">
                <a16:creationId xmlns:a16="http://schemas.microsoft.com/office/drawing/2014/main" id="{ACE64029-FBD4-433D-983D-AD7838B426AC}"/>
              </a:ext>
            </a:extLst>
          </p:cNvPr>
          <p:cNvSpPr>
            <a:spLocks noGrp="1"/>
          </p:cNvSpPr>
          <p:nvPr>
            <p:ph type="sldNum" sz="quarter" idx="12"/>
          </p:nvPr>
        </p:nvSpPr>
        <p:spPr>
          <a:xfrm>
            <a:off x="11084719" y="6271316"/>
            <a:ext cx="520344" cy="299925"/>
          </a:xfrm>
          <a:prstGeom prst="rect">
            <a:avLst/>
          </a:prstGeom>
        </p:spPr>
        <p:txBody>
          <a:bodyPr/>
          <a:lstStyle/>
          <a:p>
            <a:fld id="{255DAFDF-2EF6-44FB-8AA4-C1E9B7563AAC}" type="slidenum">
              <a:rPr lang="en-GB" smtClean="0"/>
              <a:t>‹#›</a:t>
            </a:fld>
            <a:endParaRPr lang="en-GB"/>
          </a:p>
        </p:txBody>
      </p:sp>
      <p:sp>
        <p:nvSpPr>
          <p:cNvPr id="5" name="Rectangle 4">
            <a:extLst>
              <a:ext uri="{FF2B5EF4-FFF2-40B4-BE49-F238E27FC236}">
                <a16:creationId xmlns:a16="http://schemas.microsoft.com/office/drawing/2014/main" id="{A03D6DC5-1A1B-1CB9-66E4-95AE77391F58}"/>
              </a:ext>
            </a:extLst>
          </p:cNvPr>
          <p:cNvSpPr/>
          <p:nvPr userDrawn="1"/>
        </p:nvSpPr>
        <p:spPr>
          <a:xfrm>
            <a:off x="284163" y="6289438"/>
            <a:ext cx="11623674"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6" name="Rectangle 5">
            <a:extLst>
              <a:ext uri="{FF2B5EF4-FFF2-40B4-BE49-F238E27FC236}">
                <a16:creationId xmlns:a16="http://schemas.microsoft.com/office/drawing/2014/main" id="{BF5578B3-6385-4DCC-1239-3F66F3DF4385}"/>
              </a:ext>
            </a:extLst>
          </p:cNvPr>
          <p:cNvSpPr/>
          <p:nvPr userDrawn="1"/>
        </p:nvSpPr>
        <p:spPr>
          <a:xfrm>
            <a:off x="7654925" y="6289438"/>
            <a:ext cx="3402013" cy="28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a:p>
        </p:txBody>
      </p:sp>
    </p:spTree>
    <p:extLst>
      <p:ext uri="{BB962C8B-B14F-4D97-AF65-F5344CB8AC3E}">
        <p14:creationId xmlns:p14="http://schemas.microsoft.com/office/powerpoint/2010/main" val="2001299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2268538" y="1988624"/>
            <a:ext cx="9639300" cy="1752103"/>
          </a:xfrm>
        </p:spPr>
        <p:txBody>
          <a:bodyPr anchor="ctr" anchorCtr="0"/>
          <a:lstStyle>
            <a:lvl1pPr>
              <a:defRPr sz="8000">
                <a:solidFill>
                  <a:schemeClr val="tx1"/>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2268538" y="3740727"/>
            <a:ext cx="4819650" cy="2833111"/>
          </a:xfrm>
        </p:spPr>
        <p:txBody>
          <a:bodyPr anchor="b" anchorCtr="0"/>
          <a:lstStyle>
            <a:lvl1pPr marL="0" indent="0">
              <a:spcAft>
                <a:spcPts val="0"/>
              </a:spcAft>
              <a:buNone/>
              <a:defRPr sz="1600">
                <a:solidFill>
                  <a:schemeClr val="tx1"/>
                </a:solidFill>
                <a:latin typeface="Roboto Mono" pitchFamily="2" charset="0"/>
                <a:ea typeface="Roboto Mono"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8" name="Text Placeholder 2">
            <a:extLst>
              <a:ext uri="{FF2B5EF4-FFF2-40B4-BE49-F238E27FC236}">
                <a16:creationId xmlns:a16="http://schemas.microsoft.com/office/drawing/2014/main" id="{9DB1C131-7A60-313B-7C9D-C0F70E185FEE}"/>
              </a:ext>
            </a:extLst>
          </p:cNvPr>
          <p:cNvSpPr>
            <a:spLocks noGrp="1"/>
          </p:cNvSpPr>
          <p:nvPr>
            <p:ph type="body" idx="10"/>
          </p:nvPr>
        </p:nvSpPr>
        <p:spPr>
          <a:xfrm>
            <a:off x="7370763" y="3740726"/>
            <a:ext cx="4537075" cy="2833111"/>
          </a:xfrm>
        </p:spPr>
        <p:txBody>
          <a:bodyPr anchor="b" anchorCtr="0"/>
          <a:lstStyle>
            <a:lvl1pPr marL="0" indent="0">
              <a:spcAft>
                <a:spcPts val="0"/>
              </a:spcAft>
              <a:buNone/>
              <a:defRPr sz="1600">
                <a:solidFill>
                  <a:schemeClr val="tx1"/>
                </a:solidFill>
                <a:latin typeface="Roboto Mono" pitchFamily="2" charset="0"/>
                <a:ea typeface="Roboto Mono"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grpSp>
        <p:nvGrpSpPr>
          <p:cNvPr id="9" name="Group 8">
            <a:extLst>
              <a:ext uri="{FF2B5EF4-FFF2-40B4-BE49-F238E27FC236}">
                <a16:creationId xmlns:a16="http://schemas.microsoft.com/office/drawing/2014/main" id="{1D4CAC8A-258A-7CC1-D475-76181326D931}"/>
              </a:ext>
            </a:extLst>
          </p:cNvPr>
          <p:cNvGrpSpPr>
            <a:grpSpLocks noChangeAspect="1"/>
          </p:cNvGrpSpPr>
          <p:nvPr userDrawn="1"/>
        </p:nvGrpSpPr>
        <p:grpSpPr>
          <a:xfrm>
            <a:off x="284164" y="285488"/>
            <a:ext cx="1701799" cy="1707726"/>
            <a:chOff x="2857500" y="180976"/>
            <a:chExt cx="5924550" cy="5945187"/>
          </a:xfrm>
        </p:grpSpPr>
        <p:sp>
          <p:nvSpPr>
            <p:cNvPr id="10" name="Rectangle 5">
              <a:extLst>
                <a:ext uri="{FF2B5EF4-FFF2-40B4-BE49-F238E27FC236}">
                  <a16:creationId xmlns:a16="http://schemas.microsoft.com/office/drawing/2014/main" id="{26C79A3B-3DDB-A243-55B1-5D5843CB7DD1}"/>
                </a:ext>
              </a:extLst>
            </p:cNvPr>
            <p:cNvSpPr>
              <a:spLocks noChangeArrowheads="1"/>
            </p:cNvSpPr>
            <p:nvPr userDrawn="1"/>
          </p:nvSpPr>
          <p:spPr bwMode="auto">
            <a:xfrm>
              <a:off x="2857500" y="192088"/>
              <a:ext cx="5924550" cy="5934075"/>
            </a:xfrm>
            <a:prstGeom prst="rect">
              <a:avLst/>
            </a:prstGeom>
            <a:solidFill>
              <a:schemeClr val="bg1">
                <a:alpha val="50000"/>
              </a:schemeClr>
            </a:solidFill>
            <a:ln w="1905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dirty="0"/>
            </a:p>
          </p:txBody>
        </p:sp>
        <p:sp>
          <p:nvSpPr>
            <p:cNvPr id="11" name="Freeform 7">
              <a:extLst>
                <a:ext uri="{FF2B5EF4-FFF2-40B4-BE49-F238E27FC236}">
                  <a16:creationId xmlns:a16="http://schemas.microsoft.com/office/drawing/2014/main" id="{298CA268-7D4A-11C5-72F8-389DD1FDA4F2}"/>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2" name="Freeform 8">
              <a:extLst>
                <a:ext uri="{FF2B5EF4-FFF2-40B4-BE49-F238E27FC236}">
                  <a16:creationId xmlns:a16="http://schemas.microsoft.com/office/drawing/2014/main" id="{746D8360-5BCD-F883-3B73-4B4A252205C3}"/>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3" name="Freeform 9">
              <a:extLst>
                <a:ext uri="{FF2B5EF4-FFF2-40B4-BE49-F238E27FC236}">
                  <a16:creationId xmlns:a16="http://schemas.microsoft.com/office/drawing/2014/main" id="{4751150D-9C27-5C53-F325-B51B787A983B}"/>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4" name="Freeform 10">
              <a:extLst>
                <a:ext uri="{FF2B5EF4-FFF2-40B4-BE49-F238E27FC236}">
                  <a16:creationId xmlns:a16="http://schemas.microsoft.com/office/drawing/2014/main" id="{734584F1-966C-0E17-57BD-CE7248B6D280}"/>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5" name="Freeform 11">
              <a:extLst>
                <a:ext uri="{FF2B5EF4-FFF2-40B4-BE49-F238E27FC236}">
                  <a16:creationId xmlns:a16="http://schemas.microsoft.com/office/drawing/2014/main" id="{F968CF18-2801-1B0E-B705-548E63228979}"/>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6" name="Freeform 12">
              <a:extLst>
                <a:ext uri="{FF2B5EF4-FFF2-40B4-BE49-F238E27FC236}">
                  <a16:creationId xmlns:a16="http://schemas.microsoft.com/office/drawing/2014/main" id="{F7F45756-23F8-67E1-91E8-525E9076ED54}"/>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7" name="Rectangle 16">
              <a:extLst>
                <a:ext uri="{FF2B5EF4-FFF2-40B4-BE49-F238E27FC236}">
                  <a16:creationId xmlns:a16="http://schemas.microsoft.com/office/drawing/2014/main" id="{0D500F3F-AEB5-3007-4654-56B46ED18AC3}"/>
                </a:ext>
              </a:extLst>
            </p:cNvPr>
            <p:cNvSpPr>
              <a:spLocks noChangeArrowheads="1"/>
            </p:cNvSpPr>
            <p:nvPr userDrawn="1"/>
          </p:nvSpPr>
          <p:spPr bwMode="auto">
            <a:xfrm>
              <a:off x="5334000" y="27876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8" name="Freeform 14">
              <a:extLst>
                <a:ext uri="{FF2B5EF4-FFF2-40B4-BE49-F238E27FC236}">
                  <a16:creationId xmlns:a16="http://schemas.microsoft.com/office/drawing/2014/main" id="{2A81F7FC-8C43-FDDC-EC1D-50321B172AD6}"/>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19" name="Freeform 15">
              <a:extLst>
                <a:ext uri="{FF2B5EF4-FFF2-40B4-BE49-F238E27FC236}">
                  <a16:creationId xmlns:a16="http://schemas.microsoft.com/office/drawing/2014/main" id="{2A9D0F6D-EC85-36E6-C26C-BEE9A5DFFA6D}"/>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0" name="Freeform 16">
              <a:extLst>
                <a:ext uri="{FF2B5EF4-FFF2-40B4-BE49-F238E27FC236}">
                  <a16:creationId xmlns:a16="http://schemas.microsoft.com/office/drawing/2014/main" id="{31100587-D0EE-9B68-9629-53AC64094A78}"/>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1" name="Freeform 17">
              <a:extLst>
                <a:ext uri="{FF2B5EF4-FFF2-40B4-BE49-F238E27FC236}">
                  <a16:creationId xmlns:a16="http://schemas.microsoft.com/office/drawing/2014/main" id="{675D2FB3-3D5C-F67B-81FD-CD98BEA18D6B}"/>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2" name="Freeform 18">
              <a:extLst>
                <a:ext uri="{FF2B5EF4-FFF2-40B4-BE49-F238E27FC236}">
                  <a16:creationId xmlns:a16="http://schemas.microsoft.com/office/drawing/2014/main" id="{5F14C21D-671B-49B7-0B99-B12764547929}"/>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3" name="Freeform 19">
              <a:extLst>
                <a:ext uri="{FF2B5EF4-FFF2-40B4-BE49-F238E27FC236}">
                  <a16:creationId xmlns:a16="http://schemas.microsoft.com/office/drawing/2014/main" id="{C22706C5-87E7-F51B-C946-E6B12C7BF50D}"/>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4" name="Freeform 20">
              <a:extLst>
                <a:ext uri="{FF2B5EF4-FFF2-40B4-BE49-F238E27FC236}">
                  <a16:creationId xmlns:a16="http://schemas.microsoft.com/office/drawing/2014/main" id="{48822B0B-8302-3B35-3A35-AC8CA9F563F8}"/>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5" name="Freeform 21">
              <a:extLst>
                <a:ext uri="{FF2B5EF4-FFF2-40B4-BE49-F238E27FC236}">
                  <a16:creationId xmlns:a16="http://schemas.microsoft.com/office/drawing/2014/main" id="{5892B384-3AC3-8C6C-086A-00DE448DA8F0}"/>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6" name="Rectangle 22">
              <a:extLst>
                <a:ext uri="{FF2B5EF4-FFF2-40B4-BE49-F238E27FC236}">
                  <a16:creationId xmlns:a16="http://schemas.microsoft.com/office/drawing/2014/main" id="{E91CE416-3E99-26DE-67D9-EFC753927F1B}"/>
                </a:ext>
              </a:extLst>
            </p:cNvPr>
            <p:cNvSpPr>
              <a:spLocks noChangeArrowheads="1"/>
            </p:cNvSpPr>
            <p:nvPr userDrawn="1"/>
          </p:nvSpPr>
          <p:spPr bwMode="auto">
            <a:xfrm>
              <a:off x="6072188" y="4730751"/>
              <a:ext cx="130175" cy="792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7" name="Freeform 23">
              <a:extLst>
                <a:ext uri="{FF2B5EF4-FFF2-40B4-BE49-F238E27FC236}">
                  <a16:creationId xmlns:a16="http://schemas.microsoft.com/office/drawing/2014/main" id="{255D5249-9DE4-7A13-4AB7-5BA55465C4E9}"/>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8" name="Freeform 24">
              <a:extLst>
                <a:ext uri="{FF2B5EF4-FFF2-40B4-BE49-F238E27FC236}">
                  <a16:creationId xmlns:a16="http://schemas.microsoft.com/office/drawing/2014/main" id="{4A3DF61D-855C-FA3B-4919-C020FB7199CC}"/>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29" name="Freeform 25">
              <a:extLst>
                <a:ext uri="{FF2B5EF4-FFF2-40B4-BE49-F238E27FC236}">
                  <a16:creationId xmlns:a16="http://schemas.microsoft.com/office/drawing/2014/main" id="{02450BF3-6C97-803E-BD17-2D704FF7CFEE}"/>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0" name="Line 26">
              <a:extLst>
                <a:ext uri="{FF2B5EF4-FFF2-40B4-BE49-F238E27FC236}">
                  <a16:creationId xmlns:a16="http://schemas.microsoft.com/office/drawing/2014/main" id="{53D90B3F-49BB-F15B-B01E-34C711CC8CD1}"/>
                </a:ext>
              </a:extLst>
            </p:cNvPr>
            <p:cNvSpPr>
              <a:spLocks noChangeShapeType="1"/>
            </p:cNvSpPr>
            <p:nvPr userDrawn="1"/>
          </p:nvSpPr>
          <p:spPr bwMode="auto">
            <a:xfrm>
              <a:off x="2862263" y="2233613"/>
              <a:ext cx="5919787"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31" name="Line 27">
              <a:extLst>
                <a:ext uri="{FF2B5EF4-FFF2-40B4-BE49-F238E27FC236}">
                  <a16:creationId xmlns:a16="http://schemas.microsoft.com/office/drawing/2014/main" id="{B4F6B749-BCDB-978C-EE04-BB7514391287}"/>
                </a:ext>
              </a:extLst>
            </p:cNvPr>
            <p:cNvSpPr>
              <a:spLocks noChangeShapeType="1"/>
            </p:cNvSpPr>
            <p:nvPr userDrawn="1"/>
          </p:nvSpPr>
          <p:spPr bwMode="auto">
            <a:xfrm>
              <a:off x="5784850" y="180976"/>
              <a:ext cx="0" cy="2052638"/>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53" name="Line 29">
              <a:extLst>
                <a:ext uri="{FF2B5EF4-FFF2-40B4-BE49-F238E27FC236}">
                  <a16:creationId xmlns:a16="http://schemas.microsoft.com/office/drawing/2014/main" id="{1197B21A-F913-EF70-4E61-EA7AAB899433}"/>
                </a:ext>
              </a:extLst>
            </p:cNvPr>
            <p:cNvSpPr>
              <a:spLocks noChangeShapeType="1"/>
            </p:cNvSpPr>
            <p:nvPr userDrawn="1"/>
          </p:nvSpPr>
          <p:spPr bwMode="auto">
            <a:xfrm>
              <a:off x="2857500" y="4176713"/>
              <a:ext cx="5924550" cy="0"/>
            </a:xfrm>
            <a:prstGeom prst="line">
              <a:avLst/>
            </a:prstGeom>
            <a:noFill/>
            <a:ln w="19050"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Tree>
    <p:extLst>
      <p:ext uri="{BB962C8B-B14F-4D97-AF65-F5344CB8AC3E}">
        <p14:creationId xmlns:p14="http://schemas.microsoft.com/office/powerpoint/2010/main" val="4291595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3A-EE10-B927-7EBC-DEFB0AD84C4F}"/>
              </a:ext>
            </a:extLst>
          </p:cNvPr>
          <p:cNvSpPr>
            <a:spLocks noGrp="1"/>
          </p:cNvSpPr>
          <p:nvPr>
            <p:ph type="title"/>
          </p:nvPr>
        </p:nvSpPr>
        <p:spPr>
          <a:xfrm>
            <a:off x="2268538" y="1988624"/>
            <a:ext cx="9639300" cy="1752103"/>
          </a:xfrm>
        </p:spPr>
        <p:txBody>
          <a:bodyPr anchor="ctr" anchorCtr="0"/>
          <a:lstStyle>
            <a:lvl1pPr>
              <a:defRPr sz="8000">
                <a:solidFill>
                  <a:schemeClr val="bg1"/>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0676A5D-DF62-4168-36D0-117351E6A37E}"/>
              </a:ext>
            </a:extLst>
          </p:cNvPr>
          <p:cNvSpPr>
            <a:spLocks noGrp="1"/>
          </p:cNvSpPr>
          <p:nvPr>
            <p:ph type="body" idx="1"/>
          </p:nvPr>
        </p:nvSpPr>
        <p:spPr>
          <a:xfrm>
            <a:off x="2268538" y="3740727"/>
            <a:ext cx="4819650" cy="2833111"/>
          </a:xfrm>
        </p:spPr>
        <p:txBody>
          <a:bodyPr anchor="b" anchorCtr="0"/>
          <a:lstStyle>
            <a:lvl1pPr marL="0" indent="0">
              <a:spcAft>
                <a:spcPts val="0"/>
              </a:spcAft>
              <a:buNone/>
              <a:defRPr sz="1600">
                <a:solidFill>
                  <a:schemeClr val="bg1"/>
                </a:solidFill>
                <a:latin typeface="Roboto Mono" pitchFamily="2" charset="0"/>
                <a:ea typeface="Roboto Mono"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grpSp>
        <p:nvGrpSpPr>
          <p:cNvPr id="4" name="Group 3">
            <a:extLst>
              <a:ext uri="{FF2B5EF4-FFF2-40B4-BE49-F238E27FC236}">
                <a16:creationId xmlns:a16="http://schemas.microsoft.com/office/drawing/2014/main" id="{B8157823-46B1-B578-E536-49787B572252}"/>
              </a:ext>
            </a:extLst>
          </p:cNvPr>
          <p:cNvGrpSpPr>
            <a:grpSpLocks noChangeAspect="1"/>
          </p:cNvGrpSpPr>
          <p:nvPr userDrawn="1"/>
        </p:nvGrpSpPr>
        <p:grpSpPr>
          <a:xfrm>
            <a:off x="285750" y="282721"/>
            <a:ext cx="1701799" cy="1707726"/>
            <a:chOff x="2857500" y="180976"/>
            <a:chExt cx="5924550" cy="5945187"/>
          </a:xfrm>
        </p:grpSpPr>
        <p:sp>
          <p:nvSpPr>
            <p:cNvPr id="5" name="Rectangle 5">
              <a:extLst>
                <a:ext uri="{FF2B5EF4-FFF2-40B4-BE49-F238E27FC236}">
                  <a16:creationId xmlns:a16="http://schemas.microsoft.com/office/drawing/2014/main" id="{53B26F7A-2DDF-3427-1875-2D59E1BE9466}"/>
                </a:ext>
              </a:extLst>
            </p:cNvPr>
            <p:cNvSpPr>
              <a:spLocks noChangeArrowheads="1"/>
            </p:cNvSpPr>
            <p:nvPr userDrawn="1"/>
          </p:nvSpPr>
          <p:spPr bwMode="auto">
            <a:xfrm>
              <a:off x="2857500" y="192088"/>
              <a:ext cx="5924550" cy="5934075"/>
            </a:xfrm>
            <a:prstGeom prst="rect">
              <a:avLst/>
            </a:prstGeom>
            <a:noFill/>
            <a:ln w="190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ar-SA"/>
            </a:p>
          </p:txBody>
        </p:sp>
        <p:sp>
          <p:nvSpPr>
            <p:cNvPr id="6" name="Freeform 7">
              <a:extLst>
                <a:ext uri="{FF2B5EF4-FFF2-40B4-BE49-F238E27FC236}">
                  <a16:creationId xmlns:a16="http://schemas.microsoft.com/office/drawing/2014/main" id="{99C9F786-8BD9-1EA4-C796-146C0DA0BC70}"/>
                </a:ext>
              </a:extLst>
            </p:cNvPr>
            <p:cNvSpPr>
              <a:spLocks/>
            </p:cNvSpPr>
            <p:nvPr userDrawn="1"/>
          </p:nvSpPr>
          <p:spPr bwMode="auto">
            <a:xfrm>
              <a:off x="3416300" y="838201"/>
              <a:ext cx="527050" cy="792163"/>
            </a:xfrm>
            <a:custGeom>
              <a:avLst/>
              <a:gdLst>
                <a:gd name="T0" fmla="*/ 0 w 332"/>
                <a:gd name="T1" fmla="*/ 0 h 499"/>
                <a:gd name="T2" fmla="*/ 0 w 332"/>
                <a:gd name="T3" fmla="*/ 72 h 499"/>
                <a:gd name="T4" fmla="*/ 123 w 332"/>
                <a:gd name="T5" fmla="*/ 72 h 499"/>
                <a:gd name="T6" fmla="*/ 123 w 332"/>
                <a:gd name="T7" fmla="*/ 499 h 499"/>
                <a:gd name="T8" fmla="*/ 206 w 332"/>
                <a:gd name="T9" fmla="*/ 499 h 499"/>
                <a:gd name="T10" fmla="*/ 206 w 332"/>
                <a:gd name="T11" fmla="*/ 72 h 499"/>
                <a:gd name="T12" fmla="*/ 332 w 332"/>
                <a:gd name="T13" fmla="*/ 72 h 499"/>
                <a:gd name="T14" fmla="*/ 332 w 332"/>
                <a:gd name="T15" fmla="*/ 0 h 499"/>
                <a:gd name="T16" fmla="*/ 0 w 332"/>
                <a:gd name="T17"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0" y="0"/>
                  </a:moveTo>
                  <a:lnTo>
                    <a:pt x="0" y="72"/>
                  </a:lnTo>
                  <a:lnTo>
                    <a:pt x="123" y="72"/>
                  </a:lnTo>
                  <a:lnTo>
                    <a:pt x="123" y="499"/>
                  </a:lnTo>
                  <a:lnTo>
                    <a:pt x="206" y="499"/>
                  </a:lnTo>
                  <a:lnTo>
                    <a:pt x="206" y="72"/>
                  </a:lnTo>
                  <a:lnTo>
                    <a:pt x="332" y="72"/>
                  </a:lnTo>
                  <a:lnTo>
                    <a:pt x="3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2" name="Freeform 8">
              <a:extLst>
                <a:ext uri="{FF2B5EF4-FFF2-40B4-BE49-F238E27FC236}">
                  <a16:creationId xmlns:a16="http://schemas.microsoft.com/office/drawing/2014/main" id="{0BB4A127-5C47-B600-59F5-DBC463DEEB60}"/>
                </a:ext>
              </a:extLst>
            </p:cNvPr>
            <p:cNvSpPr>
              <a:spLocks/>
            </p:cNvSpPr>
            <p:nvPr userDrawn="1"/>
          </p:nvSpPr>
          <p:spPr bwMode="auto">
            <a:xfrm>
              <a:off x="3992563" y="838201"/>
              <a:ext cx="565150" cy="792163"/>
            </a:xfrm>
            <a:custGeom>
              <a:avLst/>
              <a:gdLst>
                <a:gd name="T0" fmla="*/ 277 w 356"/>
                <a:gd name="T1" fmla="*/ 0 h 499"/>
                <a:gd name="T2" fmla="*/ 277 w 356"/>
                <a:gd name="T3" fmla="*/ 212 h 499"/>
                <a:gd name="T4" fmla="*/ 82 w 356"/>
                <a:gd name="T5" fmla="*/ 212 h 499"/>
                <a:gd name="T6" fmla="*/ 82 w 356"/>
                <a:gd name="T7" fmla="*/ 0 h 499"/>
                <a:gd name="T8" fmla="*/ 0 w 356"/>
                <a:gd name="T9" fmla="*/ 0 h 499"/>
                <a:gd name="T10" fmla="*/ 0 w 356"/>
                <a:gd name="T11" fmla="*/ 499 h 499"/>
                <a:gd name="T12" fmla="*/ 82 w 356"/>
                <a:gd name="T13" fmla="*/ 499 h 499"/>
                <a:gd name="T14" fmla="*/ 82 w 356"/>
                <a:gd name="T15" fmla="*/ 284 h 499"/>
                <a:gd name="T16" fmla="*/ 277 w 356"/>
                <a:gd name="T17" fmla="*/ 284 h 499"/>
                <a:gd name="T18" fmla="*/ 277 w 356"/>
                <a:gd name="T19" fmla="*/ 499 h 499"/>
                <a:gd name="T20" fmla="*/ 356 w 356"/>
                <a:gd name="T21" fmla="*/ 499 h 499"/>
                <a:gd name="T22" fmla="*/ 356 w 356"/>
                <a:gd name="T23" fmla="*/ 0 h 499"/>
                <a:gd name="T24" fmla="*/ 277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277" y="0"/>
                  </a:moveTo>
                  <a:lnTo>
                    <a:pt x="277" y="212"/>
                  </a:lnTo>
                  <a:lnTo>
                    <a:pt x="82" y="212"/>
                  </a:lnTo>
                  <a:lnTo>
                    <a:pt x="82" y="0"/>
                  </a:lnTo>
                  <a:lnTo>
                    <a:pt x="0" y="0"/>
                  </a:lnTo>
                  <a:lnTo>
                    <a:pt x="0" y="499"/>
                  </a:lnTo>
                  <a:lnTo>
                    <a:pt x="82" y="499"/>
                  </a:lnTo>
                  <a:lnTo>
                    <a:pt x="82" y="284"/>
                  </a:lnTo>
                  <a:lnTo>
                    <a:pt x="277" y="284"/>
                  </a:lnTo>
                  <a:lnTo>
                    <a:pt x="277" y="499"/>
                  </a:lnTo>
                  <a:lnTo>
                    <a:pt x="356" y="499"/>
                  </a:lnTo>
                  <a:lnTo>
                    <a:pt x="356" y="0"/>
                  </a:lnTo>
                  <a:lnTo>
                    <a:pt x="277"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3" name="Freeform 9">
              <a:extLst>
                <a:ext uri="{FF2B5EF4-FFF2-40B4-BE49-F238E27FC236}">
                  <a16:creationId xmlns:a16="http://schemas.microsoft.com/office/drawing/2014/main" id="{6F379A8D-C637-5E0F-177D-355BB13576C2}"/>
                </a:ext>
              </a:extLst>
            </p:cNvPr>
            <p:cNvSpPr>
              <a:spLocks/>
            </p:cNvSpPr>
            <p:nvPr userDrawn="1"/>
          </p:nvSpPr>
          <p:spPr bwMode="auto">
            <a:xfrm>
              <a:off x="4708525" y="838201"/>
              <a:ext cx="450850" cy="792163"/>
            </a:xfrm>
            <a:custGeom>
              <a:avLst/>
              <a:gdLst>
                <a:gd name="T0" fmla="*/ 0 w 284"/>
                <a:gd name="T1" fmla="*/ 0 h 499"/>
                <a:gd name="T2" fmla="*/ 0 w 284"/>
                <a:gd name="T3" fmla="*/ 499 h 499"/>
                <a:gd name="T4" fmla="*/ 284 w 284"/>
                <a:gd name="T5" fmla="*/ 499 h 499"/>
                <a:gd name="T6" fmla="*/ 284 w 284"/>
                <a:gd name="T7" fmla="*/ 427 h 499"/>
                <a:gd name="T8" fmla="*/ 79 w 284"/>
                <a:gd name="T9" fmla="*/ 427 h 499"/>
                <a:gd name="T10" fmla="*/ 79 w 284"/>
                <a:gd name="T11" fmla="*/ 280 h 499"/>
                <a:gd name="T12" fmla="*/ 250 w 284"/>
                <a:gd name="T13" fmla="*/ 280 h 499"/>
                <a:gd name="T14" fmla="*/ 250 w 284"/>
                <a:gd name="T15" fmla="*/ 212 h 499"/>
                <a:gd name="T16" fmla="*/ 79 w 284"/>
                <a:gd name="T17" fmla="*/ 212 h 499"/>
                <a:gd name="T18" fmla="*/ 79 w 284"/>
                <a:gd name="T19" fmla="*/ 72 h 499"/>
                <a:gd name="T20" fmla="*/ 284 w 284"/>
                <a:gd name="T21" fmla="*/ 72 h 499"/>
                <a:gd name="T22" fmla="*/ 284 w 284"/>
                <a:gd name="T23" fmla="*/ 0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0" y="499"/>
                  </a:lnTo>
                  <a:lnTo>
                    <a:pt x="284" y="499"/>
                  </a:lnTo>
                  <a:lnTo>
                    <a:pt x="284" y="427"/>
                  </a:lnTo>
                  <a:lnTo>
                    <a:pt x="79" y="427"/>
                  </a:lnTo>
                  <a:lnTo>
                    <a:pt x="79" y="280"/>
                  </a:lnTo>
                  <a:lnTo>
                    <a:pt x="250" y="280"/>
                  </a:lnTo>
                  <a:lnTo>
                    <a:pt x="250" y="212"/>
                  </a:lnTo>
                  <a:lnTo>
                    <a:pt x="79" y="212"/>
                  </a:lnTo>
                  <a:lnTo>
                    <a:pt x="79" y="72"/>
                  </a:lnTo>
                  <a:lnTo>
                    <a:pt x="284" y="72"/>
                  </a:lnTo>
                  <a:lnTo>
                    <a:pt x="284"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4" name="Freeform 10">
              <a:extLst>
                <a:ext uri="{FF2B5EF4-FFF2-40B4-BE49-F238E27FC236}">
                  <a16:creationId xmlns:a16="http://schemas.microsoft.com/office/drawing/2014/main" id="{A2A10FD1-62CF-7ACC-52B0-E91079F17AA0}"/>
                </a:ext>
              </a:extLst>
            </p:cNvPr>
            <p:cNvSpPr>
              <a:spLocks/>
            </p:cNvSpPr>
            <p:nvPr userDrawn="1"/>
          </p:nvSpPr>
          <p:spPr bwMode="auto">
            <a:xfrm>
              <a:off x="3557588" y="2787651"/>
              <a:ext cx="560388" cy="792163"/>
            </a:xfrm>
            <a:custGeom>
              <a:avLst/>
              <a:gdLst>
                <a:gd name="T0" fmla="*/ 0 w 103"/>
                <a:gd name="T1" fmla="*/ 0 h 146"/>
                <a:gd name="T2" fmla="*/ 25 w 103"/>
                <a:gd name="T3" fmla="*/ 0 h 146"/>
                <a:gd name="T4" fmla="*/ 69 w 103"/>
                <a:gd name="T5" fmla="*/ 85 h 146"/>
                <a:gd name="T6" fmla="*/ 80 w 103"/>
                <a:gd name="T7" fmla="*/ 113 h 146"/>
                <a:gd name="T8" fmla="*/ 81 w 103"/>
                <a:gd name="T9" fmla="*/ 113 h 146"/>
                <a:gd name="T10" fmla="*/ 79 w 103"/>
                <a:gd name="T11" fmla="*/ 80 h 146"/>
                <a:gd name="T12" fmla="*/ 79 w 103"/>
                <a:gd name="T13" fmla="*/ 0 h 146"/>
                <a:gd name="T14" fmla="*/ 103 w 103"/>
                <a:gd name="T15" fmla="*/ 0 h 146"/>
                <a:gd name="T16" fmla="*/ 103 w 103"/>
                <a:gd name="T17" fmla="*/ 146 h 146"/>
                <a:gd name="T18" fmla="*/ 77 w 103"/>
                <a:gd name="T19" fmla="*/ 146 h 146"/>
                <a:gd name="T20" fmla="*/ 34 w 103"/>
                <a:gd name="T21" fmla="*/ 62 h 146"/>
                <a:gd name="T22" fmla="*/ 22 w 103"/>
                <a:gd name="T23" fmla="*/ 33 h 146"/>
                <a:gd name="T24" fmla="*/ 21 w 103"/>
                <a:gd name="T25" fmla="*/ 33 h 146"/>
                <a:gd name="T26" fmla="*/ 23 w 103"/>
                <a:gd name="T27" fmla="*/ 67 h 146"/>
                <a:gd name="T28" fmla="*/ 23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5" y="0"/>
                    <a:pt x="25" y="0"/>
                    <a:pt x="25" y="0"/>
                  </a:cubicBezTo>
                  <a:cubicBezTo>
                    <a:pt x="69" y="85"/>
                    <a:pt x="69" y="85"/>
                    <a:pt x="69" y="85"/>
                  </a:cubicBezTo>
                  <a:cubicBezTo>
                    <a:pt x="73" y="93"/>
                    <a:pt x="77" y="104"/>
                    <a:pt x="80" y="113"/>
                  </a:cubicBezTo>
                  <a:cubicBezTo>
                    <a:pt x="81" y="113"/>
                    <a:pt x="81" y="113"/>
                    <a:pt x="81" y="113"/>
                  </a:cubicBezTo>
                  <a:cubicBezTo>
                    <a:pt x="80" y="101"/>
                    <a:pt x="79" y="89"/>
                    <a:pt x="79" y="80"/>
                  </a:cubicBezTo>
                  <a:cubicBezTo>
                    <a:pt x="79" y="0"/>
                    <a:pt x="79" y="0"/>
                    <a:pt x="79" y="0"/>
                  </a:cubicBezTo>
                  <a:cubicBezTo>
                    <a:pt x="103" y="0"/>
                    <a:pt x="103" y="0"/>
                    <a:pt x="103" y="0"/>
                  </a:cubicBezTo>
                  <a:cubicBezTo>
                    <a:pt x="103" y="146"/>
                    <a:pt x="103" y="146"/>
                    <a:pt x="103" y="146"/>
                  </a:cubicBezTo>
                  <a:cubicBezTo>
                    <a:pt x="77" y="146"/>
                    <a:pt x="77" y="146"/>
                    <a:pt x="77" y="146"/>
                  </a:cubicBezTo>
                  <a:cubicBezTo>
                    <a:pt x="34" y="62"/>
                    <a:pt x="34" y="62"/>
                    <a:pt x="34" y="62"/>
                  </a:cubicBezTo>
                  <a:cubicBezTo>
                    <a:pt x="30" y="53"/>
                    <a:pt x="26" y="44"/>
                    <a:pt x="22" y="33"/>
                  </a:cubicBezTo>
                  <a:cubicBezTo>
                    <a:pt x="21" y="33"/>
                    <a:pt x="21" y="33"/>
                    <a:pt x="21" y="33"/>
                  </a:cubicBezTo>
                  <a:cubicBezTo>
                    <a:pt x="22" y="43"/>
                    <a:pt x="23" y="56"/>
                    <a:pt x="23" y="67"/>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5" name="Freeform 11">
              <a:extLst>
                <a:ext uri="{FF2B5EF4-FFF2-40B4-BE49-F238E27FC236}">
                  <a16:creationId xmlns:a16="http://schemas.microsoft.com/office/drawing/2014/main" id="{870366BD-25DA-ED20-63DE-94D786730CD9}"/>
                </a:ext>
              </a:extLst>
            </p:cNvPr>
            <p:cNvSpPr>
              <a:spLocks noEditPoints="1"/>
            </p:cNvSpPr>
            <p:nvPr userDrawn="1"/>
          </p:nvSpPr>
          <p:spPr bwMode="auto">
            <a:xfrm>
              <a:off x="4187825" y="27876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0"/>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6" name="Freeform 12">
              <a:extLst>
                <a:ext uri="{FF2B5EF4-FFF2-40B4-BE49-F238E27FC236}">
                  <a16:creationId xmlns:a16="http://schemas.microsoft.com/office/drawing/2014/main" id="{3C4EE07C-439B-47EE-AE99-945C986C7BB6}"/>
                </a:ext>
              </a:extLst>
            </p:cNvPr>
            <p:cNvSpPr>
              <a:spLocks/>
            </p:cNvSpPr>
            <p:nvPr userDrawn="1"/>
          </p:nvSpPr>
          <p:spPr bwMode="auto">
            <a:xfrm>
              <a:off x="4741863" y="2787651"/>
              <a:ext cx="527050" cy="792163"/>
            </a:xfrm>
            <a:custGeom>
              <a:avLst/>
              <a:gdLst>
                <a:gd name="T0" fmla="*/ 123 w 332"/>
                <a:gd name="T1" fmla="*/ 72 h 499"/>
                <a:gd name="T2" fmla="*/ 0 w 332"/>
                <a:gd name="T3" fmla="*/ 72 h 499"/>
                <a:gd name="T4" fmla="*/ 0 w 332"/>
                <a:gd name="T5" fmla="*/ 0 h 499"/>
                <a:gd name="T6" fmla="*/ 332 w 332"/>
                <a:gd name="T7" fmla="*/ 0 h 499"/>
                <a:gd name="T8" fmla="*/ 332 w 332"/>
                <a:gd name="T9" fmla="*/ 72 h 499"/>
                <a:gd name="T10" fmla="*/ 205 w 332"/>
                <a:gd name="T11" fmla="*/ 72 h 499"/>
                <a:gd name="T12" fmla="*/ 205 w 332"/>
                <a:gd name="T13" fmla="*/ 499 h 499"/>
                <a:gd name="T14" fmla="*/ 123 w 332"/>
                <a:gd name="T15" fmla="*/ 499 h 499"/>
                <a:gd name="T16" fmla="*/ 123 w 332"/>
                <a:gd name="T17" fmla="*/ 72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99">
                  <a:moveTo>
                    <a:pt x="123" y="72"/>
                  </a:moveTo>
                  <a:lnTo>
                    <a:pt x="0" y="72"/>
                  </a:lnTo>
                  <a:lnTo>
                    <a:pt x="0" y="0"/>
                  </a:lnTo>
                  <a:lnTo>
                    <a:pt x="332" y="0"/>
                  </a:lnTo>
                  <a:lnTo>
                    <a:pt x="332" y="72"/>
                  </a:lnTo>
                  <a:lnTo>
                    <a:pt x="205" y="72"/>
                  </a:lnTo>
                  <a:lnTo>
                    <a:pt x="205" y="499"/>
                  </a:lnTo>
                  <a:lnTo>
                    <a:pt x="123" y="499"/>
                  </a:lnTo>
                  <a:lnTo>
                    <a:pt x="123" y="7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7" name="Rectangle 13">
              <a:extLst>
                <a:ext uri="{FF2B5EF4-FFF2-40B4-BE49-F238E27FC236}">
                  <a16:creationId xmlns:a16="http://schemas.microsoft.com/office/drawing/2014/main" id="{D965D628-567F-0F48-5365-F8CA3579801E}"/>
                </a:ext>
              </a:extLst>
            </p:cNvPr>
            <p:cNvSpPr>
              <a:spLocks noChangeArrowheads="1"/>
            </p:cNvSpPr>
            <p:nvPr userDrawn="1"/>
          </p:nvSpPr>
          <p:spPr bwMode="auto">
            <a:xfrm>
              <a:off x="5334000" y="27876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8" name="Freeform 14">
              <a:extLst>
                <a:ext uri="{FF2B5EF4-FFF2-40B4-BE49-F238E27FC236}">
                  <a16:creationId xmlns:a16="http://schemas.microsoft.com/office/drawing/2014/main" id="{BC8B6938-CAA2-B4BC-42D3-0EDD7DDD371A}"/>
                </a:ext>
              </a:extLst>
            </p:cNvPr>
            <p:cNvSpPr>
              <a:spLocks noEditPoints="1"/>
            </p:cNvSpPr>
            <p:nvPr userDrawn="1"/>
          </p:nvSpPr>
          <p:spPr bwMode="auto">
            <a:xfrm>
              <a:off x="5572125" y="2776538"/>
              <a:ext cx="625475" cy="814388"/>
            </a:xfrm>
            <a:custGeom>
              <a:avLst/>
              <a:gdLst>
                <a:gd name="T0" fmla="*/ 90 w 115"/>
                <a:gd name="T1" fmla="*/ 75 h 150"/>
                <a:gd name="T2" fmla="*/ 57 w 115"/>
                <a:gd name="T3" fmla="*/ 21 h 150"/>
                <a:gd name="T4" fmla="*/ 25 w 115"/>
                <a:gd name="T5" fmla="*/ 75 h 150"/>
                <a:gd name="T6" fmla="*/ 57 w 115"/>
                <a:gd name="T7" fmla="*/ 129 h 150"/>
                <a:gd name="T8" fmla="*/ 90 w 115"/>
                <a:gd name="T9" fmla="*/ 75 h 150"/>
                <a:gd name="T10" fmla="*/ 0 w 115"/>
                <a:gd name="T11" fmla="*/ 75 h 150"/>
                <a:gd name="T12" fmla="*/ 57 w 115"/>
                <a:gd name="T13" fmla="*/ 0 h 150"/>
                <a:gd name="T14" fmla="*/ 115 w 115"/>
                <a:gd name="T15" fmla="*/ 75 h 150"/>
                <a:gd name="T16" fmla="*/ 57 w 115"/>
                <a:gd name="T17" fmla="*/ 150 h 150"/>
                <a:gd name="T18" fmla="*/ 0 w 115"/>
                <a:gd name="T19"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50">
                  <a:moveTo>
                    <a:pt x="90" y="75"/>
                  </a:moveTo>
                  <a:cubicBezTo>
                    <a:pt x="90" y="39"/>
                    <a:pt x="79" y="21"/>
                    <a:pt x="57" y="21"/>
                  </a:cubicBezTo>
                  <a:cubicBezTo>
                    <a:pt x="36" y="21"/>
                    <a:pt x="25" y="39"/>
                    <a:pt x="25" y="75"/>
                  </a:cubicBezTo>
                  <a:cubicBezTo>
                    <a:pt x="25" y="111"/>
                    <a:pt x="36" y="129"/>
                    <a:pt x="57" y="129"/>
                  </a:cubicBezTo>
                  <a:cubicBezTo>
                    <a:pt x="79" y="129"/>
                    <a:pt x="90" y="111"/>
                    <a:pt x="90" y="75"/>
                  </a:cubicBezTo>
                  <a:moveTo>
                    <a:pt x="0" y="75"/>
                  </a:moveTo>
                  <a:cubicBezTo>
                    <a:pt x="0" y="28"/>
                    <a:pt x="20" y="0"/>
                    <a:pt x="57" y="0"/>
                  </a:cubicBezTo>
                  <a:cubicBezTo>
                    <a:pt x="94" y="0"/>
                    <a:pt x="115" y="28"/>
                    <a:pt x="115" y="75"/>
                  </a:cubicBezTo>
                  <a:cubicBezTo>
                    <a:pt x="115" y="122"/>
                    <a:pt x="94" y="150"/>
                    <a:pt x="57" y="150"/>
                  </a:cubicBezTo>
                  <a:cubicBezTo>
                    <a:pt x="20" y="150"/>
                    <a:pt x="0" y="122"/>
                    <a:pt x="0"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39" name="Freeform 15">
              <a:extLst>
                <a:ext uri="{FF2B5EF4-FFF2-40B4-BE49-F238E27FC236}">
                  <a16:creationId xmlns:a16="http://schemas.microsoft.com/office/drawing/2014/main" id="{63E05349-F9DE-8676-036F-30F65E12DC91}"/>
                </a:ext>
              </a:extLst>
            </p:cNvPr>
            <p:cNvSpPr>
              <a:spLocks/>
            </p:cNvSpPr>
            <p:nvPr userDrawn="1"/>
          </p:nvSpPr>
          <p:spPr bwMode="auto">
            <a:xfrm>
              <a:off x="6311900" y="2787651"/>
              <a:ext cx="558800" cy="792163"/>
            </a:xfrm>
            <a:custGeom>
              <a:avLst/>
              <a:gdLst>
                <a:gd name="T0" fmla="*/ 0 w 103"/>
                <a:gd name="T1" fmla="*/ 0 h 146"/>
                <a:gd name="T2" fmla="*/ 26 w 103"/>
                <a:gd name="T3" fmla="*/ 0 h 146"/>
                <a:gd name="T4" fmla="*/ 69 w 103"/>
                <a:gd name="T5" fmla="*/ 85 h 146"/>
                <a:gd name="T6" fmla="*/ 81 w 103"/>
                <a:gd name="T7" fmla="*/ 113 h 146"/>
                <a:gd name="T8" fmla="*/ 82 w 103"/>
                <a:gd name="T9" fmla="*/ 113 h 146"/>
                <a:gd name="T10" fmla="*/ 80 w 103"/>
                <a:gd name="T11" fmla="*/ 80 h 146"/>
                <a:gd name="T12" fmla="*/ 80 w 103"/>
                <a:gd name="T13" fmla="*/ 0 h 146"/>
                <a:gd name="T14" fmla="*/ 103 w 103"/>
                <a:gd name="T15" fmla="*/ 0 h 146"/>
                <a:gd name="T16" fmla="*/ 103 w 103"/>
                <a:gd name="T17" fmla="*/ 146 h 146"/>
                <a:gd name="T18" fmla="*/ 78 w 103"/>
                <a:gd name="T19" fmla="*/ 146 h 146"/>
                <a:gd name="T20" fmla="*/ 35 w 103"/>
                <a:gd name="T21" fmla="*/ 62 h 146"/>
                <a:gd name="T22" fmla="*/ 23 w 103"/>
                <a:gd name="T23" fmla="*/ 33 h 146"/>
                <a:gd name="T24" fmla="*/ 22 w 103"/>
                <a:gd name="T25" fmla="*/ 33 h 146"/>
                <a:gd name="T26" fmla="*/ 24 w 103"/>
                <a:gd name="T27" fmla="*/ 67 h 146"/>
                <a:gd name="T28" fmla="*/ 24 w 103"/>
                <a:gd name="T29" fmla="*/ 146 h 146"/>
                <a:gd name="T30" fmla="*/ 0 w 103"/>
                <a:gd name="T31" fmla="*/ 146 h 146"/>
                <a:gd name="T32" fmla="*/ 0 w 103"/>
                <a:gd name="T33"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146">
                  <a:moveTo>
                    <a:pt x="0" y="0"/>
                  </a:moveTo>
                  <a:cubicBezTo>
                    <a:pt x="26" y="0"/>
                    <a:pt x="26" y="0"/>
                    <a:pt x="26" y="0"/>
                  </a:cubicBezTo>
                  <a:cubicBezTo>
                    <a:pt x="69" y="85"/>
                    <a:pt x="69" y="85"/>
                    <a:pt x="69" y="85"/>
                  </a:cubicBezTo>
                  <a:cubicBezTo>
                    <a:pt x="73" y="93"/>
                    <a:pt x="77" y="104"/>
                    <a:pt x="81" y="113"/>
                  </a:cubicBezTo>
                  <a:cubicBezTo>
                    <a:pt x="82" y="113"/>
                    <a:pt x="82" y="113"/>
                    <a:pt x="82" y="113"/>
                  </a:cubicBezTo>
                  <a:cubicBezTo>
                    <a:pt x="81" y="101"/>
                    <a:pt x="80" y="89"/>
                    <a:pt x="80" y="80"/>
                  </a:cubicBezTo>
                  <a:cubicBezTo>
                    <a:pt x="80" y="0"/>
                    <a:pt x="80" y="0"/>
                    <a:pt x="80" y="0"/>
                  </a:cubicBezTo>
                  <a:cubicBezTo>
                    <a:pt x="103" y="0"/>
                    <a:pt x="103" y="0"/>
                    <a:pt x="103" y="0"/>
                  </a:cubicBezTo>
                  <a:cubicBezTo>
                    <a:pt x="103" y="146"/>
                    <a:pt x="103" y="146"/>
                    <a:pt x="103" y="146"/>
                  </a:cubicBezTo>
                  <a:cubicBezTo>
                    <a:pt x="78" y="146"/>
                    <a:pt x="78" y="146"/>
                    <a:pt x="78" y="146"/>
                  </a:cubicBezTo>
                  <a:cubicBezTo>
                    <a:pt x="35" y="62"/>
                    <a:pt x="35" y="62"/>
                    <a:pt x="35" y="62"/>
                  </a:cubicBezTo>
                  <a:cubicBezTo>
                    <a:pt x="30" y="53"/>
                    <a:pt x="27" y="44"/>
                    <a:pt x="23" y="33"/>
                  </a:cubicBezTo>
                  <a:cubicBezTo>
                    <a:pt x="22" y="33"/>
                    <a:pt x="22" y="33"/>
                    <a:pt x="22" y="33"/>
                  </a:cubicBezTo>
                  <a:cubicBezTo>
                    <a:pt x="23" y="43"/>
                    <a:pt x="24" y="56"/>
                    <a:pt x="24" y="67"/>
                  </a:cubicBezTo>
                  <a:cubicBezTo>
                    <a:pt x="24" y="146"/>
                    <a:pt x="24" y="146"/>
                    <a:pt x="24"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0" name="Freeform 16">
              <a:extLst>
                <a:ext uri="{FF2B5EF4-FFF2-40B4-BE49-F238E27FC236}">
                  <a16:creationId xmlns:a16="http://schemas.microsoft.com/office/drawing/2014/main" id="{162B0012-DD11-1EC4-B5C6-3D94856BB0A6}"/>
                </a:ext>
              </a:extLst>
            </p:cNvPr>
            <p:cNvSpPr>
              <a:spLocks noEditPoints="1"/>
            </p:cNvSpPr>
            <p:nvPr userDrawn="1"/>
          </p:nvSpPr>
          <p:spPr bwMode="auto">
            <a:xfrm>
              <a:off x="6946900" y="2787651"/>
              <a:ext cx="612775" cy="792163"/>
            </a:xfrm>
            <a:custGeom>
              <a:avLst/>
              <a:gdLst>
                <a:gd name="T0" fmla="*/ 75 w 113"/>
                <a:gd name="T1" fmla="*/ 91 h 146"/>
                <a:gd name="T2" fmla="*/ 63 w 113"/>
                <a:gd name="T3" fmla="*/ 48 h 146"/>
                <a:gd name="T4" fmla="*/ 57 w 113"/>
                <a:gd name="T5" fmla="*/ 22 h 146"/>
                <a:gd name="T6" fmla="*/ 56 w 113"/>
                <a:gd name="T7" fmla="*/ 22 h 146"/>
                <a:gd name="T8" fmla="*/ 50 w 113"/>
                <a:gd name="T9" fmla="*/ 48 h 146"/>
                <a:gd name="T10" fmla="*/ 39 w 113"/>
                <a:gd name="T11" fmla="*/ 91 h 146"/>
                <a:gd name="T12" fmla="*/ 75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5" y="91"/>
                  </a:moveTo>
                  <a:cubicBezTo>
                    <a:pt x="63" y="48"/>
                    <a:pt x="63" y="48"/>
                    <a:pt x="63" y="48"/>
                  </a:cubicBezTo>
                  <a:cubicBezTo>
                    <a:pt x="61" y="40"/>
                    <a:pt x="59" y="33"/>
                    <a:pt x="57" y="22"/>
                  </a:cubicBezTo>
                  <a:cubicBezTo>
                    <a:pt x="56" y="22"/>
                    <a:pt x="56" y="22"/>
                    <a:pt x="56" y="22"/>
                  </a:cubicBezTo>
                  <a:cubicBezTo>
                    <a:pt x="54" y="33"/>
                    <a:pt x="53" y="40"/>
                    <a:pt x="50" y="48"/>
                  </a:cubicBezTo>
                  <a:cubicBezTo>
                    <a:pt x="39" y="91"/>
                    <a:pt x="39" y="91"/>
                    <a:pt x="39" y="91"/>
                  </a:cubicBezTo>
                  <a:lnTo>
                    <a:pt x="75"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1" name="Freeform 17">
              <a:extLst>
                <a:ext uri="{FF2B5EF4-FFF2-40B4-BE49-F238E27FC236}">
                  <a16:creationId xmlns:a16="http://schemas.microsoft.com/office/drawing/2014/main" id="{4B8CC901-9B3A-5E16-B327-AA66176F34BD}"/>
                </a:ext>
              </a:extLst>
            </p:cNvPr>
            <p:cNvSpPr>
              <a:spLocks/>
            </p:cNvSpPr>
            <p:nvPr userDrawn="1"/>
          </p:nvSpPr>
          <p:spPr bwMode="auto">
            <a:xfrm>
              <a:off x="7631113" y="2787651"/>
              <a:ext cx="433388" cy="792163"/>
            </a:xfrm>
            <a:custGeom>
              <a:avLst/>
              <a:gdLst>
                <a:gd name="T0" fmla="*/ 0 w 273"/>
                <a:gd name="T1" fmla="*/ 0 h 499"/>
                <a:gd name="T2" fmla="*/ 82 w 273"/>
                <a:gd name="T3" fmla="*/ 0 h 499"/>
                <a:gd name="T4" fmla="*/ 82 w 273"/>
                <a:gd name="T5" fmla="*/ 427 h 499"/>
                <a:gd name="T6" fmla="*/ 273 w 273"/>
                <a:gd name="T7" fmla="*/ 427 h 499"/>
                <a:gd name="T8" fmla="*/ 273 w 273"/>
                <a:gd name="T9" fmla="*/ 499 h 499"/>
                <a:gd name="T10" fmla="*/ 0 w 273"/>
                <a:gd name="T11" fmla="*/ 499 h 499"/>
                <a:gd name="T12" fmla="*/ 0 w 273"/>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273" h="499">
                  <a:moveTo>
                    <a:pt x="0" y="0"/>
                  </a:moveTo>
                  <a:lnTo>
                    <a:pt x="82" y="0"/>
                  </a:lnTo>
                  <a:lnTo>
                    <a:pt x="82" y="427"/>
                  </a:lnTo>
                  <a:lnTo>
                    <a:pt x="273" y="427"/>
                  </a:lnTo>
                  <a:lnTo>
                    <a:pt x="273"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2" name="Freeform 18">
              <a:extLst>
                <a:ext uri="{FF2B5EF4-FFF2-40B4-BE49-F238E27FC236}">
                  <a16:creationId xmlns:a16="http://schemas.microsoft.com/office/drawing/2014/main" id="{9AF6DCBC-560C-BC68-9DC2-805FF2351AF4}"/>
                </a:ext>
              </a:extLst>
            </p:cNvPr>
            <p:cNvSpPr>
              <a:spLocks noEditPoints="1"/>
            </p:cNvSpPr>
            <p:nvPr userDrawn="1"/>
          </p:nvSpPr>
          <p:spPr bwMode="auto">
            <a:xfrm>
              <a:off x="3416300" y="4730751"/>
              <a:ext cx="614363" cy="792163"/>
            </a:xfrm>
            <a:custGeom>
              <a:avLst/>
              <a:gdLst>
                <a:gd name="T0" fmla="*/ 74 w 113"/>
                <a:gd name="T1" fmla="*/ 91 h 146"/>
                <a:gd name="T2" fmla="*/ 63 w 113"/>
                <a:gd name="T3" fmla="*/ 48 h 146"/>
                <a:gd name="T4" fmla="*/ 57 w 113"/>
                <a:gd name="T5" fmla="*/ 22 h 146"/>
                <a:gd name="T6" fmla="*/ 56 w 113"/>
                <a:gd name="T7" fmla="*/ 22 h 146"/>
                <a:gd name="T8" fmla="*/ 50 w 113"/>
                <a:gd name="T9" fmla="*/ 48 h 146"/>
                <a:gd name="T10" fmla="*/ 38 w 113"/>
                <a:gd name="T11" fmla="*/ 91 h 146"/>
                <a:gd name="T12" fmla="*/ 74 w 113"/>
                <a:gd name="T13" fmla="*/ 91 h 146"/>
                <a:gd name="T14" fmla="*/ 42 w 113"/>
                <a:gd name="T15" fmla="*/ 0 h 146"/>
                <a:gd name="T16" fmla="*/ 71 w 113"/>
                <a:gd name="T17" fmla="*/ 0 h 146"/>
                <a:gd name="T18" fmla="*/ 113 w 113"/>
                <a:gd name="T19" fmla="*/ 146 h 146"/>
                <a:gd name="T20" fmla="*/ 89 w 113"/>
                <a:gd name="T21" fmla="*/ 146 h 146"/>
                <a:gd name="T22" fmla="*/ 79 w 113"/>
                <a:gd name="T23" fmla="*/ 110 h 146"/>
                <a:gd name="T24" fmla="*/ 34 w 113"/>
                <a:gd name="T25" fmla="*/ 110 h 146"/>
                <a:gd name="T26" fmla="*/ 24 w 113"/>
                <a:gd name="T27" fmla="*/ 146 h 146"/>
                <a:gd name="T28" fmla="*/ 0 w 113"/>
                <a:gd name="T29" fmla="*/ 146 h 146"/>
                <a:gd name="T30" fmla="*/ 42 w 113"/>
                <a:gd name="T3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 h="146">
                  <a:moveTo>
                    <a:pt x="74" y="91"/>
                  </a:moveTo>
                  <a:cubicBezTo>
                    <a:pt x="63" y="48"/>
                    <a:pt x="63" y="48"/>
                    <a:pt x="63" y="48"/>
                  </a:cubicBezTo>
                  <a:cubicBezTo>
                    <a:pt x="61" y="41"/>
                    <a:pt x="59" y="33"/>
                    <a:pt x="57" y="22"/>
                  </a:cubicBezTo>
                  <a:cubicBezTo>
                    <a:pt x="56" y="22"/>
                    <a:pt x="56" y="22"/>
                    <a:pt x="56" y="22"/>
                  </a:cubicBezTo>
                  <a:cubicBezTo>
                    <a:pt x="54" y="33"/>
                    <a:pt x="52" y="40"/>
                    <a:pt x="50" y="48"/>
                  </a:cubicBezTo>
                  <a:cubicBezTo>
                    <a:pt x="38" y="91"/>
                    <a:pt x="38" y="91"/>
                    <a:pt x="38" y="91"/>
                  </a:cubicBezTo>
                  <a:lnTo>
                    <a:pt x="74" y="91"/>
                  </a:lnTo>
                  <a:close/>
                  <a:moveTo>
                    <a:pt x="42" y="0"/>
                  </a:moveTo>
                  <a:cubicBezTo>
                    <a:pt x="71" y="0"/>
                    <a:pt x="71" y="0"/>
                    <a:pt x="71" y="0"/>
                  </a:cubicBezTo>
                  <a:cubicBezTo>
                    <a:pt x="113" y="146"/>
                    <a:pt x="113" y="146"/>
                    <a:pt x="113" y="146"/>
                  </a:cubicBezTo>
                  <a:cubicBezTo>
                    <a:pt x="89" y="146"/>
                    <a:pt x="89" y="146"/>
                    <a:pt x="89" y="146"/>
                  </a:cubicBezTo>
                  <a:cubicBezTo>
                    <a:pt x="79" y="110"/>
                    <a:pt x="79" y="110"/>
                    <a:pt x="79" y="110"/>
                  </a:cubicBezTo>
                  <a:cubicBezTo>
                    <a:pt x="34" y="110"/>
                    <a:pt x="34" y="110"/>
                    <a:pt x="34" y="110"/>
                  </a:cubicBezTo>
                  <a:cubicBezTo>
                    <a:pt x="24" y="146"/>
                    <a:pt x="24" y="146"/>
                    <a:pt x="24" y="146"/>
                  </a:cubicBezTo>
                  <a:cubicBezTo>
                    <a:pt x="0" y="146"/>
                    <a:pt x="0" y="146"/>
                    <a:pt x="0" y="146"/>
                  </a:cubicBezTo>
                  <a:lnTo>
                    <a:pt x="4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3" name="Freeform 19">
              <a:extLst>
                <a:ext uri="{FF2B5EF4-FFF2-40B4-BE49-F238E27FC236}">
                  <a16:creationId xmlns:a16="http://schemas.microsoft.com/office/drawing/2014/main" id="{97E2E3FC-E609-3679-4150-453D97EE6FC4}"/>
                </a:ext>
              </a:extLst>
            </p:cNvPr>
            <p:cNvSpPr>
              <a:spLocks noEditPoints="1"/>
            </p:cNvSpPr>
            <p:nvPr userDrawn="1"/>
          </p:nvSpPr>
          <p:spPr bwMode="auto">
            <a:xfrm>
              <a:off x="4079875" y="4730751"/>
              <a:ext cx="520700" cy="792163"/>
            </a:xfrm>
            <a:custGeom>
              <a:avLst/>
              <a:gdLst>
                <a:gd name="T0" fmla="*/ 41 w 96"/>
                <a:gd name="T1" fmla="*/ 73 h 146"/>
                <a:gd name="T2" fmla="*/ 64 w 96"/>
                <a:gd name="T3" fmla="*/ 46 h 146"/>
                <a:gd name="T4" fmla="*/ 41 w 96"/>
                <a:gd name="T5" fmla="*/ 20 h 146"/>
                <a:gd name="T6" fmla="*/ 23 w 96"/>
                <a:gd name="T7" fmla="*/ 20 h 146"/>
                <a:gd name="T8" fmla="*/ 23 w 96"/>
                <a:gd name="T9" fmla="*/ 73 h 146"/>
                <a:gd name="T10" fmla="*/ 41 w 96"/>
                <a:gd name="T11" fmla="*/ 73 h 146"/>
                <a:gd name="T12" fmla="*/ 0 w 96"/>
                <a:gd name="T13" fmla="*/ 0 h 146"/>
                <a:gd name="T14" fmla="*/ 43 w 96"/>
                <a:gd name="T15" fmla="*/ 0 h 146"/>
                <a:gd name="T16" fmla="*/ 89 w 96"/>
                <a:gd name="T17" fmla="*/ 45 h 146"/>
                <a:gd name="T18" fmla="*/ 64 w 96"/>
                <a:gd name="T19" fmla="*/ 88 h 146"/>
                <a:gd name="T20" fmla="*/ 64 w 96"/>
                <a:gd name="T21" fmla="*/ 89 h 146"/>
                <a:gd name="T22" fmla="*/ 96 w 96"/>
                <a:gd name="T23" fmla="*/ 143 h 146"/>
                <a:gd name="T24" fmla="*/ 96 w 96"/>
                <a:gd name="T25" fmla="*/ 146 h 146"/>
                <a:gd name="T26" fmla="*/ 71 w 96"/>
                <a:gd name="T27" fmla="*/ 146 h 146"/>
                <a:gd name="T28" fmla="*/ 40 w 96"/>
                <a:gd name="T29" fmla="*/ 93 h 146"/>
                <a:gd name="T30" fmla="*/ 23 w 96"/>
                <a:gd name="T31" fmla="*/ 93 h 146"/>
                <a:gd name="T32" fmla="*/ 23 w 96"/>
                <a:gd name="T33" fmla="*/ 146 h 146"/>
                <a:gd name="T34" fmla="*/ 0 w 96"/>
                <a:gd name="T35" fmla="*/ 146 h 146"/>
                <a:gd name="T36" fmla="*/ 0 w 96"/>
                <a:gd name="T3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146">
                  <a:moveTo>
                    <a:pt x="41" y="73"/>
                  </a:moveTo>
                  <a:cubicBezTo>
                    <a:pt x="58" y="73"/>
                    <a:pt x="64" y="62"/>
                    <a:pt x="64" y="46"/>
                  </a:cubicBezTo>
                  <a:cubicBezTo>
                    <a:pt x="64" y="32"/>
                    <a:pt x="58" y="20"/>
                    <a:pt x="41" y="20"/>
                  </a:cubicBezTo>
                  <a:cubicBezTo>
                    <a:pt x="23" y="20"/>
                    <a:pt x="23" y="20"/>
                    <a:pt x="23" y="20"/>
                  </a:cubicBezTo>
                  <a:cubicBezTo>
                    <a:pt x="23" y="73"/>
                    <a:pt x="23" y="73"/>
                    <a:pt x="23" y="73"/>
                  </a:cubicBezTo>
                  <a:lnTo>
                    <a:pt x="41" y="73"/>
                  </a:lnTo>
                  <a:close/>
                  <a:moveTo>
                    <a:pt x="0" y="0"/>
                  </a:moveTo>
                  <a:cubicBezTo>
                    <a:pt x="43" y="0"/>
                    <a:pt x="43" y="0"/>
                    <a:pt x="43" y="0"/>
                  </a:cubicBezTo>
                  <a:cubicBezTo>
                    <a:pt x="74" y="0"/>
                    <a:pt x="89" y="17"/>
                    <a:pt x="89" y="45"/>
                  </a:cubicBezTo>
                  <a:cubicBezTo>
                    <a:pt x="89" y="66"/>
                    <a:pt x="79" y="83"/>
                    <a:pt x="64" y="88"/>
                  </a:cubicBezTo>
                  <a:cubicBezTo>
                    <a:pt x="64" y="89"/>
                    <a:pt x="64" y="89"/>
                    <a:pt x="64" y="89"/>
                  </a:cubicBezTo>
                  <a:cubicBezTo>
                    <a:pt x="71" y="97"/>
                    <a:pt x="91" y="140"/>
                    <a:pt x="96" y="143"/>
                  </a:cubicBezTo>
                  <a:cubicBezTo>
                    <a:pt x="96" y="146"/>
                    <a:pt x="96" y="146"/>
                    <a:pt x="96" y="146"/>
                  </a:cubicBezTo>
                  <a:cubicBezTo>
                    <a:pt x="71" y="146"/>
                    <a:pt x="71" y="146"/>
                    <a:pt x="71" y="146"/>
                  </a:cubicBezTo>
                  <a:cubicBezTo>
                    <a:pt x="64" y="142"/>
                    <a:pt x="46" y="97"/>
                    <a:pt x="40" y="93"/>
                  </a:cubicBezTo>
                  <a:cubicBezTo>
                    <a:pt x="23" y="93"/>
                    <a:pt x="23" y="93"/>
                    <a:pt x="23" y="93"/>
                  </a:cubicBezTo>
                  <a:cubicBezTo>
                    <a:pt x="23" y="146"/>
                    <a:pt x="23" y="146"/>
                    <a:pt x="23" y="146"/>
                  </a:cubicBezTo>
                  <a:cubicBezTo>
                    <a:pt x="0" y="146"/>
                    <a:pt x="0" y="146"/>
                    <a:pt x="0"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4" name="Freeform 20">
              <a:extLst>
                <a:ext uri="{FF2B5EF4-FFF2-40B4-BE49-F238E27FC236}">
                  <a16:creationId xmlns:a16="http://schemas.microsoft.com/office/drawing/2014/main" id="{9F4ABEA9-1A81-817C-E534-ABAEE0A94484}"/>
                </a:ext>
              </a:extLst>
            </p:cNvPr>
            <p:cNvSpPr>
              <a:spLocks/>
            </p:cNvSpPr>
            <p:nvPr userDrawn="1"/>
          </p:nvSpPr>
          <p:spPr bwMode="auto">
            <a:xfrm>
              <a:off x="4643438" y="4719638"/>
              <a:ext cx="592138" cy="814388"/>
            </a:xfrm>
            <a:custGeom>
              <a:avLst/>
              <a:gdLst>
                <a:gd name="T0" fmla="*/ 25 w 109"/>
                <a:gd name="T1" fmla="*/ 75 h 150"/>
                <a:gd name="T2" fmla="*/ 58 w 109"/>
                <a:gd name="T3" fmla="*/ 129 h 150"/>
                <a:gd name="T4" fmla="*/ 85 w 109"/>
                <a:gd name="T5" fmla="*/ 94 h 150"/>
                <a:gd name="T6" fmla="*/ 108 w 109"/>
                <a:gd name="T7" fmla="*/ 95 h 150"/>
                <a:gd name="T8" fmla="*/ 109 w 109"/>
                <a:gd name="T9" fmla="*/ 99 h 150"/>
                <a:gd name="T10" fmla="*/ 58 w 109"/>
                <a:gd name="T11" fmla="*/ 150 h 150"/>
                <a:gd name="T12" fmla="*/ 0 w 109"/>
                <a:gd name="T13" fmla="*/ 75 h 150"/>
                <a:gd name="T14" fmla="*/ 58 w 109"/>
                <a:gd name="T15" fmla="*/ 0 h 150"/>
                <a:gd name="T16" fmla="*/ 109 w 109"/>
                <a:gd name="T17" fmla="*/ 49 h 150"/>
                <a:gd name="T18" fmla="*/ 109 w 109"/>
                <a:gd name="T19" fmla="*/ 55 h 150"/>
                <a:gd name="T20" fmla="*/ 85 w 109"/>
                <a:gd name="T21" fmla="*/ 56 h 150"/>
                <a:gd name="T22" fmla="*/ 58 w 109"/>
                <a:gd name="T23" fmla="*/ 21 h 150"/>
                <a:gd name="T24" fmla="*/ 25 w 109"/>
                <a:gd name="T25"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150">
                  <a:moveTo>
                    <a:pt x="25" y="75"/>
                  </a:moveTo>
                  <a:cubicBezTo>
                    <a:pt x="25" y="111"/>
                    <a:pt x="38" y="129"/>
                    <a:pt x="58" y="129"/>
                  </a:cubicBezTo>
                  <a:cubicBezTo>
                    <a:pt x="77" y="129"/>
                    <a:pt x="85" y="116"/>
                    <a:pt x="85" y="94"/>
                  </a:cubicBezTo>
                  <a:cubicBezTo>
                    <a:pt x="108" y="95"/>
                    <a:pt x="108" y="95"/>
                    <a:pt x="108" y="95"/>
                  </a:cubicBezTo>
                  <a:cubicBezTo>
                    <a:pt x="109" y="96"/>
                    <a:pt x="109" y="98"/>
                    <a:pt x="109" y="99"/>
                  </a:cubicBezTo>
                  <a:cubicBezTo>
                    <a:pt x="109" y="129"/>
                    <a:pt x="94" y="150"/>
                    <a:pt x="58" y="150"/>
                  </a:cubicBezTo>
                  <a:cubicBezTo>
                    <a:pt x="23" y="150"/>
                    <a:pt x="0" y="124"/>
                    <a:pt x="0" y="75"/>
                  </a:cubicBezTo>
                  <a:cubicBezTo>
                    <a:pt x="0" y="27"/>
                    <a:pt x="23" y="0"/>
                    <a:pt x="58" y="0"/>
                  </a:cubicBezTo>
                  <a:cubicBezTo>
                    <a:pt x="102" y="0"/>
                    <a:pt x="109" y="32"/>
                    <a:pt x="109" y="49"/>
                  </a:cubicBezTo>
                  <a:cubicBezTo>
                    <a:pt x="109" y="51"/>
                    <a:pt x="109" y="54"/>
                    <a:pt x="109" y="55"/>
                  </a:cubicBezTo>
                  <a:cubicBezTo>
                    <a:pt x="85" y="56"/>
                    <a:pt x="85" y="56"/>
                    <a:pt x="85" y="56"/>
                  </a:cubicBezTo>
                  <a:cubicBezTo>
                    <a:pt x="85" y="34"/>
                    <a:pt x="77" y="21"/>
                    <a:pt x="58" y="21"/>
                  </a:cubicBezTo>
                  <a:cubicBezTo>
                    <a:pt x="38" y="21"/>
                    <a:pt x="25" y="40"/>
                    <a:pt x="25" y="75"/>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5" name="Freeform 21">
              <a:extLst>
                <a:ext uri="{FF2B5EF4-FFF2-40B4-BE49-F238E27FC236}">
                  <a16:creationId xmlns:a16="http://schemas.microsoft.com/office/drawing/2014/main" id="{F39F663D-863B-95F4-9C8D-A255033CF816}"/>
                </a:ext>
              </a:extLst>
            </p:cNvPr>
            <p:cNvSpPr>
              <a:spLocks/>
            </p:cNvSpPr>
            <p:nvPr userDrawn="1"/>
          </p:nvSpPr>
          <p:spPr bwMode="auto">
            <a:xfrm>
              <a:off x="5338763" y="4730751"/>
              <a:ext cx="565150" cy="792163"/>
            </a:xfrm>
            <a:custGeom>
              <a:avLst/>
              <a:gdLst>
                <a:gd name="T0" fmla="*/ 0 w 356"/>
                <a:gd name="T1" fmla="*/ 0 h 499"/>
                <a:gd name="T2" fmla="*/ 82 w 356"/>
                <a:gd name="T3" fmla="*/ 0 h 499"/>
                <a:gd name="T4" fmla="*/ 82 w 356"/>
                <a:gd name="T5" fmla="*/ 212 h 499"/>
                <a:gd name="T6" fmla="*/ 277 w 356"/>
                <a:gd name="T7" fmla="*/ 212 h 499"/>
                <a:gd name="T8" fmla="*/ 277 w 356"/>
                <a:gd name="T9" fmla="*/ 0 h 499"/>
                <a:gd name="T10" fmla="*/ 356 w 356"/>
                <a:gd name="T11" fmla="*/ 0 h 499"/>
                <a:gd name="T12" fmla="*/ 356 w 356"/>
                <a:gd name="T13" fmla="*/ 499 h 499"/>
                <a:gd name="T14" fmla="*/ 277 w 356"/>
                <a:gd name="T15" fmla="*/ 499 h 499"/>
                <a:gd name="T16" fmla="*/ 277 w 356"/>
                <a:gd name="T17" fmla="*/ 284 h 499"/>
                <a:gd name="T18" fmla="*/ 82 w 356"/>
                <a:gd name="T19" fmla="*/ 284 h 499"/>
                <a:gd name="T20" fmla="*/ 82 w 356"/>
                <a:gd name="T21" fmla="*/ 499 h 499"/>
                <a:gd name="T22" fmla="*/ 0 w 356"/>
                <a:gd name="T23" fmla="*/ 499 h 499"/>
                <a:gd name="T24" fmla="*/ 0 w 356"/>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6" h="499">
                  <a:moveTo>
                    <a:pt x="0" y="0"/>
                  </a:moveTo>
                  <a:lnTo>
                    <a:pt x="82" y="0"/>
                  </a:lnTo>
                  <a:lnTo>
                    <a:pt x="82" y="212"/>
                  </a:lnTo>
                  <a:lnTo>
                    <a:pt x="277" y="212"/>
                  </a:lnTo>
                  <a:lnTo>
                    <a:pt x="277" y="0"/>
                  </a:lnTo>
                  <a:lnTo>
                    <a:pt x="356" y="0"/>
                  </a:lnTo>
                  <a:lnTo>
                    <a:pt x="356" y="499"/>
                  </a:lnTo>
                  <a:lnTo>
                    <a:pt x="277" y="499"/>
                  </a:lnTo>
                  <a:lnTo>
                    <a:pt x="277" y="284"/>
                  </a:lnTo>
                  <a:lnTo>
                    <a:pt x="82" y="284"/>
                  </a:lnTo>
                  <a:lnTo>
                    <a:pt x="82"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6" name="Rectangle 22">
              <a:extLst>
                <a:ext uri="{FF2B5EF4-FFF2-40B4-BE49-F238E27FC236}">
                  <a16:creationId xmlns:a16="http://schemas.microsoft.com/office/drawing/2014/main" id="{839E31C3-1121-39D4-C523-AF9278E33C62}"/>
                </a:ext>
              </a:extLst>
            </p:cNvPr>
            <p:cNvSpPr>
              <a:spLocks noChangeArrowheads="1"/>
            </p:cNvSpPr>
            <p:nvPr userDrawn="1"/>
          </p:nvSpPr>
          <p:spPr bwMode="auto">
            <a:xfrm>
              <a:off x="6072188" y="4730751"/>
              <a:ext cx="130175" cy="79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7" name="Freeform 23">
              <a:extLst>
                <a:ext uri="{FF2B5EF4-FFF2-40B4-BE49-F238E27FC236}">
                  <a16:creationId xmlns:a16="http://schemas.microsoft.com/office/drawing/2014/main" id="{9ABD2C86-02DE-67C1-FF24-6ECA94DBD7BC}"/>
                </a:ext>
              </a:extLst>
            </p:cNvPr>
            <p:cNvSpPr>
              <a:spLocks/>
            </p:cNvSpPr>
            <p:nvPr userDrawn="1"/>
          </p:nvSpPr>
          <p:spPr bwMode="auto">
            <a:xfrm>
              <a:off x="6305550" y="4730751"/>
              <a:ext cx="603250" cy="792163"/>
            </a:xfrm>
            <a:custGeom>
              <a:avLst/>
              <a:gdLst>
                <a:gd name="T0" fmla="*/ 0 w 111"/>
                <a:gd name="T1" fmla="*/ 0 h 146"/>
                <a:gd name="T2" fmla="*/ 25 w 111"/>
                <a:gd name="T3" fmla="*/ 0 h 146"/>
                <a:gd name="T4" fmla="*/ 47 w 111"/>
                <a:gd name="T5" fmla="*/ 84 h 146"/>
                <a:gd name="T6" fmla="*/ 55 w 111"/>
                <a:gd name="T7" fmla="*/ 122 h 146"/>
                <a:gd name="T8" fmla="*/ 56 w 111"/>
                <a:gd name="T9" fmla="*/ 122 h 146"/>
                <a:gd name="T10" fmla="*/ 64 w 111"/>
                <a:gd name="T11" fmla="*/ 84 h 146"/>
                <a:gd name="T12" fmla="*/ 86 w 111"/>
                <a:gd name="T13" fmla="*/ 0 h 146"/>
                <a:gd name="T14" fmla="*/ 111 w 111"/>
                <a:gd name="T15" fmla="*/ 0 h 146"/>
                <a:gd name="T16" fmla="*/ 69 w 111"/>
                <a:gd name="T17" fmla="*/ 146 h 146"/>
                <a:gd name="T18" fmla="*/ 42 w 111"/>
                <a:gd name="T19" fmla="*/ 146 h 146"/>
                <a:gd name="T20" fmla="*/ 0 w 111"/>
                <a:gd name="T21"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1" h="146">
                  <a:moveTo>
                    <a:pt x="0" y="0"/>
                  </a:moveTo>
                  <a:cubicBezTo>
                    <a:pt x="25" y="0"/>
                    <a:pt x="25" y="0"/>
                    <a:pt x="25" y="0"/>
                  </a:cubicBezTo>
                  <a:cubicBezTo>
                    <a:pt x="47" y="84"/>
                    <a:pt x="47" y="84"/>
                    <a:pt x="47" y="84"/>
                  </a:cubicBezTo>
                  <a:cubicBezTo>
                    <a:pt x="51" y="97"/>
                    <a:pt x="52" y="109"/>
                    <a:pt x="55" y="122"/>
                  </a:cubicBezTo>
                  <a:cubicBezTo>
                    <a:pt x="56" y="122"/>
                    <a:pt x="56" y="122"/>
                    <a:pt x="56" y="122"/>
                  </a:cubicBezTo>
                  <a:cubicBezTo>
                    <a:pt x="59" y="109"/>
                    <a:pt x="61" y="97"/>
                    <a:pt x="64" y="84"/>
                  </a:cubicBezTo>
                  <a:cubicBezTo>
                    <a:pt x="86" y="0"/>
                    <a:pt x="86" y="0"/>
                    <a:pt x="86" y="0"/>
                  </a:cubicBezTo>
                  <a:cubicBezTo>
                    <a:pt x="111" y="0"/>
                    <a:pt x="111" y="0"/>
                    <a:pt x="111" y="0"/>
                  </a:cubicBezTo>
                  <a:cubicBezTo>
                    <a:pt x="69" y="146"/>
                    <a:pt x="69" y="146"/>
                    <a:pt x="69" y="146"/>
                  </a:cubicBezTo>
                  <a:cubicBezTo>
                    <a:pt x="42" y="146"/>
                    <a:pt x="42" y="146"/>
                    <a:pt x="42" y="146"/>
                  </a:cubicBez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8" name="Freeform 24">
              <a:extLst>
                <a:ext uri="{FF2B5EF4-FFF2-40B4-BE49-F238E27FC236}">
                  <a16:creationId xmlns:a16="http://schemas.microsoft.com/office/drawing/2014/main" id="{9E88B94F-BDA7-A0B7-062B-23D6737CE162}"/>
                </a:ext>
              </a:extLst>
            </p:cNvPr>
            <p:cNvSpPr>
              <a:spLocks/>
            </p:cNvSpPr>
            <p:nvPr userDrawn="1"/>
          </p:nvSpPr>
          <p:spPr bwMode="auto">
            <a:xfrm>
              <a:off x="6996113" y="4730751"/>
              <a:ext cx="450850" cy="792163"/>
            </a:xfrm>
            <a:custGeom>
              <a:avLst/>
              <a:gdLst>
                <a:gd name="T0" fmla="*/ 0 w 284"/>
                <a:gd name="T1" fmla="*/ 0 h 499"/>
                <a:gd name="T2" fmla="*/ 284 w 284"/>
                <a:gd name="T3" fmla="*/ 0 h 499"/>
                <a:gd name="T4" fmla="*/ 284 w 284"/>
                <a:gd name="T5" fmla="*/ 72 h 499"/>
                <a:gd name="T6" fmla="*/ 78 w 284"/>
                <a:gd name="T7" fmla="*/ 72 h 499"/>
                <a:gd name="T8" fmla="*/ 78 w 284"/>
                <a:gd name="T9" fmla="*/ 212 h 499"/>
                <a:gd name="T10" fmla="*/ 253 w 284"/>
                <a:gd name="T11" fmla="*/ 212 h 499"/>
                <a:gd name="T12" fmla="*/ 253 w 284"/>
                <a:gd name="T13" fmla="*/ 281 h 499"/>
                <a:gd name="T14" fmla="*/ 78 w 284"/>
                <a:gd name="T15" fmla="*/ 281 h 499"/>
                <a:gd name="T16" fmla="*/ 78 w 284"/>
                <a:gd name="T17" fmla="*/ 428 h 499"/>
                <a:gd name="T18" fmla="*/ 284 w 284"/>
                <a:gd name="T19" fmla="*/ 428 h 499"/>
                <a:gd name="T20" fmla="*/ 284 w 284"/>
                <a:gd name="T21" fmla="*/ 499 h 499"/>
                <a:gd name="T22" fmla="*/ 0 w 284"/>
                <a:gd name="T23" fmla="*/ 499 h 499"/>
                <a:gd name="T24" fmla="*/ 0 w 284"/>
                <a:gd name="T25" fmla="*/ 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4" h="499">
                  <a:moveTo>
                    <a:pt x="0" y="0"/>
                  </a:moveTo>
                  <a:lnTo>
                    <a:pt x="284" y="0"/>
                  </a:lnTo>
                  <a:lnTo>
                    <a:pt x="284" y="72"/>
                  </a:lnTo>
                  <a:lnTo>
                    <a:pt x="78" y="72"/>
                  </a:lnTo>
                  <a:lnTo>
                    <a:pt x="78" y="212"/>
                  </a:lnTo>
                  <a:lnTo>
                    <a:pt x="253" y="212"/>
                  </a:lnTo>
                  <a:lnTo>
                    <a:pt x="253" y="281"/>
                  </a:lnTo>
                  <a:lnTo>
                    <a:pt x="78" y="281"/>
                  </a:lnTo>
                  <a:lnTo>
                    <a:pt x="78" y="428"/>
                  </a:lnTo>
                  <a:lnTo>
                    <a:pt x="284" y="428"/>
                  </a:lnTo>
                  <a:lnTo>
                    <a:pt x="284" y="499"/>
                  </a:lnTo>
                  <a:lnTo>
                    <a:pt x="0" y="49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49" name="Freeform 25">
              <a:extLst>
                <a:ext uri="{FF2B5EF4-FFF2-40B4-BE49-F238E27FC236}">
                  <a16:creationId xmlns:a16="http://schemas.microsoft.com/office/drawing/2014/main" id="{6EB3AD21-E91E-06BE-C3F4-81D66268AB62}"/>
                </a:ext>
              </a:extLst>
            </p:cNvPr>
            <p:cNvSpPr>
              <a:spLocks/>
            </p:cNvSpPr>
            <p:nvPr userDrawn="1"/>
          </p:nvSpPr>
          <p:spPr bwMode="auto">
            <a:xfrm>
              <a:off x="7516813" y="4719638"/>
              <a:ext cx="511175" cy="814388"/>
            </a:xfrm>
            <a:custGeom>
              <a:avLst/>
              <a:gdLst>
                <a:gd name="T0" fmla="*/ 24 w 94"/>
                <a:gd name="T1" fmla="*/ 99 h 150"/>
                <a:gd name="T2" fmla="*/ 24 w 94"/>
                <a:gd name="T3" fmla="*/ 104 h 150"/>
                <a:gd name="T4" fmla="*/ 47 w 94"/>
                <a:gd name="T5" fmla="*/ 129 h 150"/>
                <a:gd name="T6" fmla="*/ 69 w 94"/>
                <a:gd name="T7" fmla="*/ 110 h 150"/>
                <a:gd name="T8" fmla="*/ 54 w 94"/>
                <a:gd name="T9" fmla="*/ 89 h 150"/>
                <a:gd name="T10" fmla="*/ 31 w 94"/>
                <a:gd name="T11" fmla="*/ 80 h 150"/>
                <a:gd name="T12" fmla="*/ 2 w 94"/>
                <a:gd name="T13" fmla="*/ 41 h 150"/>
                <a:gd name="T14" fmla="*/ 47 w 94"/>
                <a:gd name="T15" fmla="*/ 0 h 150"/>
                <a:gd name="T16" fmla="*/ 91 w 94"/>
                <a:gd name="T17" fmla="*/ 40 h 150"/>
                <a:gd name="T18" fmla="*/ 90 w 94"/>
                <a:gd name="T19" fmla="*/ 47 h 150"/>
                <a:gd name="T20" fmla="*/ 67 w 94"/>
                <a:gd name="T21" fmla="*/ 48 h 150"/>
                <a:gd name="T22" fmla="*/ 67 w 94"/>
                <a:gd name="T23" fmla="*/ 43 h 150"/>
                <a:gd name="T24" fmla="*/ 47 w 94"/>
                <a:gd name="T25" fmla="*/ 21 h 150"/>
                <a:gd name="T26" fmla="*/ 26 w 94"/>
                <a:gd name="T27" fmla="*/ 40 h 150"/>
                <a:gd name="T28" fmla="*/ 41 w 94"/>
                <a:gd name="T29" fmla="*/ 60 h 150"/>
                <a:gd name="T30" fmla="*/ 65 w 94"/>
                <a:gd name="T31" fmla="*/ 69 h 150"/>
                <a:gd name="T32" fmla="*/ 94 w 94"/>
                <a:gd name="T33" fmla="*/ 108 h 150"/>
                <a:gd name="T34" fmla="*/ 46 w 94"/>
                <a:gd name="T35" fmla="*/ 150 h 150"/>
                <a:gd name="T36" fmla="*/ 0 w 94"/>
                <a:gd name="T37" fmla="*/ 106 h 150"/>
                <a:gd name="T38" fmla="*/ 1 w 94"/>
                <a:gd name="T39" fmla="*/ 99 h 150"/>
                <a:gd name="T40" fmla="*/ 24 w 94"/>
                <a:gd name="T41" fmla="*/ 9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50">
                  <a:moveTo>
                    <a:pt x="24" y="99"/>
                  </a:moveTo>
                  <a:cubicBezTo>
                    <a:pt x="24" y="100"/>
                    <a:pt x="24" y="102"/>
                    <a:pt x="24" y="104"/>
                  </a:cubicBezTo>
                  <a:cubicBezTo>
                    <a:pt x="24" y="117"/>
                    <a:pt x="29" y="129"/>
                    <a:pt x="47" y="129"/>
                  </a:cubicBezTo>
                  <a:cubicBezTo>
                    <a:pt x="62" y="129"/>
                    <a:pt x="69" y="121"/>
                    <a:pt x="69" y="110"/>
                  </a:cubicBezTo>
                  <a:cubicBezTo>
                    <a:pt x="69" y="99"/>
                    <a:pt x="65" y="93"/>
                    <a:pt x="54" y="89"/>
                  </a:cubicBezTo>
                  <a:cubicBezTo>
                    <a:pt x="31" y="80"/>
                    <a:pt x="31" y="80"/>
                    <a:pt x="31" y="80"/>
                  </a:cubicBezTo>
                  <a:cubicBezTo>
                    <a:pt x="14" y="74"/>
                    <a:pt x="2" y="64"/>
                    <a:pt x="2" y="41"/>
                  </a:cubicBezTo>
                  <a:cubicBezTo>
                    <a:pt x="2" y="17"/>
                    <a:pt x="18" y="0"/>
                    <a:pt x="47" y="0"/>
                  </a:cubicBezTo>
                  <a:cubicBezTo>
                    <a:pt x="84" y="0"/>
                    <a:pt x="91" y="25"/>
                    <a:pt x="91" y="40"/>
                  </a:cubicBezTo>
                  <a:cubicBezTo>
                    <a:pt x="91" y="42"/>
                    <a:pt x="91" y="45"/>
                    <a:pt x="90" y="47"/>
                  </a:cubicBezTo>
                  <a:cubicBezTo>
                    <a:pt x="67" y="48"/>
                    <a:pt x="67" y="48"/>
                    <a:pt x="67" y="48"/>
                  </a:cubicBezTo>
                  <a:cubicBezTo>
                    <a:pt x="67" y="46"/>
                    <a:pt x="67" y="44"/>
                    <a:pt x="67" y="43"/>
                  </a:cubicBezTo>
                  <a:cubicBezTo>
                    <a:pt x="67" y="31"/>
                    <a:pt x="63" y="21"/>
                    <a:pt x="47" y="21"/>
                  </a:cubicBezTo>
                  <a:cubicBezTo>
                    <a:pt x="32" y="21"/>
                    <a:pt x="26" y="29"/>
                    <a:pt x="26" y="40"/>
                  </a:cubicBezTo>
                  <a:cubicBezTo>
                    <a:pt x="26" y="52"/>
                    <a:pt x="32" y="57"/>
                    <a:pt x="41" y="60"/>
                  </a:cubicBezTo>
                  <a:cubicBezTo>
                    <a:pt x="65" y="69"/>
                    <a:pt x="65" y="69"/>
                    <a:pt x="65" y="69"/>
                  </a:cubicBezTo>
                  <a:cubicBezTo>
                    <a:pt x="83" y="76"/>
                    <a:pt x="94" y="87"/>
                    <a:pt x="94" y="108"/>
                  </a:cubicBezTo>
                  <a:cubicBezTo>
                    <a:pt x="94" y="133"/>
                    <a:pt x="78" y="150"/>
                    <a:pt x="46" y="150"/>
                  </a:cubicBezTo>
                  <a:cubicBezTo>
                    <a:pt x="6" y="150"/>
                    <a:pt x="0" y="123"/>
                    <a:pt x="0" y="106"/>
                  </a:cubicBezTo>
                  <a:cubicBezTo>
                    <a:pt x="0" y="104"/>
                    <a:pt x="0" y="102"/>
                    <a:pt x="1" y="99"/>
                  </a:cubicBezTo>
                  <a:lnTo>
                    <a:pt x="24" y="9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a:p>
          </p:txBody>
        </p:sp>
        <p:sp>
          <p:nvSpPr>
            <p:cNvPr id="50" name="Line 26">
              <a:extLst>
                <a:ext uri="{FF2B5EF4-FFF2-40B4-BE49-F238E27FC236}">
                  <a16:creationId xmlns:a16="http://schemas.microsoft.com/office/drawing/2014/main" id="{50049BF7-8BB5-79CD-67D6-5BE9782E5705}"/>
                </a:ext>
              </a:extLst>
            </p:cNvPr>
            <p:cNvSpPr>
              <a:spLocks noChangeShapeType="1"/>
            </p:cNvSpPr>
            <p:nvPr userDrawn="1"/>
          </p:nvSpPr>
          <p:spPr bwMode="auto">
            <a:xfrm>
              <a:off x="2862263" y="2233613"/>
              <a:ext cx="5919787"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r>
                <a:rPr lang="en-GB" dirty="0"/>
                <a:t> </a:t>
              </a:r>
              <a:endParaRPr lang="ar-SA" dirty="0"/>
            </a:p>
          </p:txBody>
        </p:sp>
        <p:sp>
          <p:nvSpPr>
            <p:cNvPr id="51" name="Line 27">
              <a:extLst>
                <a:ext uri="{FF2B5EF4-FFF2-40B4-BE49-F238E27FC236}">
                  <a16:creationId xmlns:a16="http://schemas.microsoft.com/office/drawing/2014/main" id="{AF1B7649-24BD-FC20-4002-30F99C576E7E}"/>
                </a:ext>
              </a:extLst>
            </p:cNvPr>
            <p:cNvSpPr>
              <a:spLocks noChangeShapeType="1"/>
            </p:cNvSpPr>
            <p:nvPr userDrawn="1"/>
          </p:nvSpPr>
          <p:spPr bwMode="auto">
            <a:xfrm>
              <a:off x="5784850" y="180976"/>
              <a:ext cx="0" cy="2052638"/>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sp>
          <p:nvSpPr>
            <p:cNvPr id="52" name="Line 29">
              <a:extLst>
                <a:ext uri="{FF2B5EF4-FFF2-40B4-BE49-F238E27FC236}">
                  <a16:creationId xmlns:a16="http://schemas.microsoft.com/office/drawing/2014/main" id="{D0E51BF0-A848-6B99-A1F7-AFF3F5A9DE3C}"/>
                </a:ext>
              </a:extLst>
            </p:cNvPr>
            <p:cNvSpPr>
              <a:spLocks noChangeShapeType="1"/>
            </p:cNvSpPr>
            <p:nvPr userDrawn="1"/>
          </p:nvSpPr>
          <p:spPr bwMode="auto">
            <a:xfrm>
              <a:off x="2857500" y="4176713"/>
              <a:ext cx="5924550" cy="0"/>
            </a:xfrm>
            <a:prstGeom prst="line">
              <a:avLst/>
            </a:prstGeom>
            <a:noFill/>
            <a:ln w="190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ar-SA"/>
            </a:p>
          </p:txBody>
        </p:sp>
      </p:grpSp>
      <p:sp>
        <p:nvSpPr>
          <p:cNvPr id="8" name="Text Placeholder 2">
            <a:extLst>
              <a:ext uri="{FF2B5EF4-FFF2-40B4-BE49-F238E27FC236}">
                <a16:creationId xmlns:a16="http://schemas.microsoft.com/office/drawing/2014/main" id="{9DB1C131-7A60-313B-7C9D-C0F70E185FEE}"/>
              </a:ext>
            </a:extLst>
          </p:cNvPr>
          <p:cNvSpPr>
            <a:spLocks noGrp="1"/>
          </p:cNvSpPr>
          <p:nvPr>
            <p:ph type="body" idx="10"/>
          </p:nvPr>
        </p:nvSpPr>
        <p:spPr>
          <a:xfrm>
            <a:off x="7370763" y="3740726"/>
            <a:ext cx="4537075" cy="2833111"/>
          </a:xfrm>
        </p:spPr>
        <p:txBody>
          <a:bodyPr anchor="b" anchorCtr="0"/>
          <a:lstStyle>
            <a:lvl1pPr marL="0" indent="0">
              <a:spcAft>
                <a:spcPts val="0"/>
              </a:spcAft>
              <a:buNone/>
              <a:defRPr sz="1600">
                <a:solidFill>
                  <a:schemeClr val="bg1"/>
                </a:solidFill>
                <a:latin typeface="Roboto Mono" pitchFamily="2" charset="0"/>
                <a:ea typeface="Roboto Mono"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408571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E5B8DD-4ADB-B120-268F-DFAA0362B915}"/>
              </a:ext>
            </a:extLst>
          </p:cNvPr>
          <p:cNvSpPr>
            <a:spLocks noGrp="1"/>
          </p:cNvSpPr>
          <p:nvPr>
            <p:ph type="title"/>
          </p:nvPr>
        </p:nvSpPr>
        <p:spPr>
          <a:xfrm>
            <a:off x="568325" y="595835"/>
            <a:ext cx="8788400" cy="1094853"/>
          </a:xfrm>
          <a:prstGeom prst="rect">
            <a:avLst/>
          </a:prstGeom>
        </p:spPr>
        <p:txBody>
          <a:bodyPr vert="horz" lIns="0" tIns="0" rIns="0" bIns="0" rtlCol="0" anchor="t" anchorCtr="0">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036BFAB1-7A5B-2D25-9DEE-F8F5D58704BC}"/>
              </a:ext>
            </a:extLst>
          </p:cNvPr>
          <p:cNvSpPr>
            <a:spLocks noGrp="1"/>
          </p:cNvSpPr>
          <p:nvPr>
            <p:ph type="body" idx="1"/>
          </p:nvPr>
        </p:nvSpPr>
        <p:spPr>
          <a:xfrm>
            <a:off x="568325" y="1982183"/>
            <a:ext cx="11056938" cy="4091195"/>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158EB28B-8195-4E7C-61A0-6A02093082B8}"/>
              </a:ext>
            </a:extLst>
          </p:cNvPr>
          <p:cNvSpPr>
            <a:spLocks noGrp="1"/>
          </p:cNvSpPr>
          <p:nvPr>
            <p:ph type="dt" sz="half" idx="2"/>
          </p:nvPr>
        </p:nvSpPr>
        <p:spPr>
          <a:xfrm>
            <a:off x="5670550" y="6289437"/>
            <a:ext cx="1700212" cy="284399"/>
          </a:xfrm>
          <a:prstGeom prst="rect">
            <a:avLst/>
          </a:prstGeom>
        </p:spPr>
        <p:txBody>
          <a:bodyPr vert="horz" lIns="0" tIns="0" rIns="0" bIns="0" rtlCol="0" anchor="ctr" anchorCtr="0">
            <a:noAutofit/>
          </a:bodyPr>
          <a:lstStyle>
            <a:lvl1pPr algn="r">
              <a:defRPr sz="1000">
                <a:solidFill>
                  <a:schemeClr val="tx1"/>
                </a:solidFill>
                <a:latin typeface="Roboto Mono" pitchFamily="2" charset="0"/>
                <a:ea typeface="Roboto Mono" pitchFamily="2" charset="0"/>
              </a:defRPr>
            </a:lvl1pPr>
          </a:lstStyle>
          <a:p>
            <a:fld id="{C42A0F52-6B0D-4E0A-B834-2E026D853F37}" type="datetime1">
              <a:rPr lang="en-GB" smtClean="0"/>
              <a:t>06/06/2025</a:t>
            </a:fld>
            <a:endParaRPr lang="en-GB" dirty="0"/>
          </a:p>
        </p:txBody>
      </p:sp>
      <p:sp>
        <p:nvSpPr>
          <p:cNvPr id="5" name="Footer Placeholder 4">
            <a:extLst>
              <a:ext uri="{FF2B5EF4-FFF2-40B4-BE49-F238E27FC236}">
                <a16:creationId xmlns:a16="http://schemas.microsoft.com/office/drawing/2014/main" id="{2607CD13-F9ED-4F28-35D0-7B640AE9A7AA}"/>
              </a:ext>
            </a:extLst>
          </p:cNvPr>
          <p:cNvSpPr>
            <a:spLocks noGrp="1"/>
          </p:cNvSpPr>
          <p:nvPr>
            <p:ph type="ftr" sz="quarter" idx="3"/>
          </p:nvPr>
        </p:nvSpPr>
        <p:spPr>
          <a:xfrm>
            <a:off x="568325" y="6289439"/>
            <a:ext cx="5102225" cy="284399"/>
          </a:xfrm>
          <a:prstGeom prst="rect">
            <a:avLst/>
          </a:prstGeom>
        </p:spPr>
        <p:txBody>
          <a:bodyPr vert="horz" lIns="0" tIns="0" rIns="0" bIns="0" rtlCol="0" anchor="ctr" anchorCtr="0">
            <a:noAutofit/>
          </a:bodyPr>
          <a:lstStyle>
            <a:lvl1pPr algn="l">
              <a:defRPr sz="1000">
                <a:solidFill>
                  <a:schemeClr val="tx1"/>
                </a:solidFill>
                <a:latin typeface="Roboto Mono" pitchFamily="2" charset="0"/>
                <a:ea typeface="Roboto Mono" pitchFamily="2" charset="0"/>
              </a:defRPr>
            </a:lvl1pPr>
          </a:lstStyle>
          <a:p>
            <a:r>
              <a:rPr lang="en-GB" dirty="0"/>
              <a:t>Presentation title</a:t>
            </a:r>
          </a:p>
        </p:txBody>
      </p:sp>
      <p:sp>
        <p:nvSpPr>
          <p:cNvPr id="6" name="Slide Number Placeholder 5">
            <a:extLst>
              <a:ext uri="{FF2B5EF4-FFF2-40B4-BE49-F238E27FC236}">
                <a16:creationId xmlns:a16="http://schemas.microsoft.com/office/drawing/2014/main" id="{F5FAEEF6-E136-7759-718C-FEFDD6F8BDFE}"/>
              </a:ext>
            </a:extLst>
          </p:cNvPr>
          <p:cNvSpPr>
            <a:spLocks noGrp="1"/>
          </p:cNvSpPr>
          <p:nvPr>
            <p:ph type="sldNum" sz="quarter" idx="4"/>
          </p:nvPr>
        </p:nvSpPr>
        <p:spPr>
          <a:xfrm>
            <a:off x="11056938" y="6289437"/>
            <a:ext cx="568325" cy="284399"/>
          </a:xfrm>
          <a:prstGeom prst="rect">
            <a:avLst/>
          </a:prstGeom>
        </p:spPr>
        <p:txBody>
          <a:bodyPr vert="horz" lIns="0" tIns="0" rIns="0" bIns="0" rtlCol="0" anchor="ctr" anchorCtr="0">
            <a:noAutofit/>
          </a:bodyPr>
          <a:lstStyle>
            <a:lvl1pPr algn="r">
              <a:defRPr sz="1000">
                <a:solidFill>
                  <a:schemeClr val="tx1"/>
                </a:solidFill>
                <a:latin typeface="Roboto Mono" pitchFamily="2" charset="0"/>
                <a:ea typeface="Roboto Mono" pitchFamily="2" charset="0"/>
              </a:defRPr>
            </a:lvl1pPr>
          </a:lstStyle>
          <a:p>
            <a:fld id="{255DAFDF-2EF6-44FB-8AA4-C1E9B7563AAC}" type="slidenum">
              <a:rPr lang="en-GB" smtClean="0"/>
              <a:pPr/>
              <a:t>‹#›</a:t>
            </a:fld>
            <a:endParaRPr lang="en-GB" dirty="0"/>
          </a:p>
        </p:txBody>
      </p:sp>
    </p:spTree>
    <p:extLst>
      <p:ext uri="{BB962C8B-B14F-4D97-AF65-F5344CB8AC3E}">
        <p14:creationId xmlns:p14="http://schemas.microsoft.com/office/powerpoint/2010/main" val="36305516"/>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8" r:id="rId3"/>
    <p:sldLayoutId id="2147483662" r:id="rId4"/>
    <p:sldLayoutId id="2147483656" r:id="rId5"/>
    <p:sldLayoutId id="2147483663" r:id="rId6"/>
    <p:sldLayoutId id="2147483659" r:id="rId7"/>
    <p:sldLayoutId id="2147483664" r:id="rId8"/>
    <p:sldLayoutId id="2147483650" r:id="rId9"/>
    <p:sldLayoutId id="2147483660" r:id="rId10"/>
    <p:sldLayoutId id="2147483671" r:id="rId11"/>
    <p:sldLayoutId id="2147483651" r:id="rId12"/>
    <p:sldLayoutId id="2147483665" r:id="rId13"/>
    <p:sldLayoutId id="2147483652" r:id="rId14"/>
    <p:sldLayoutId id="2147483666" r:id="rId15"/>
    <p:sldLayoutId id="2147483667" r:id="rId16"/>
    <p:sldLayoutId id="2147483654" r:id="rId17"/>
    <p:sldLayoutId id="2147483655" r:id="rId18"/>
    <p:sldLayoutId id="2147483668" r:id="rId19"/>
    <p:sldLayoutId id="2147483669" r:id="rId20"/>
  </p:sldLayoutIdLst>
  <p:hf hdr="0" dt="0"/>
  <p:txStyles>
    <p:titleStyle>
      <a:lvl1pPr algn="l" defTabSz="914400" rtl="0" eaLnBrk="1" latinLnBrk="0" hangingPunct="1">
        <a:lnSpc>
          <a:spcPct val="85000"/>
        </a:lnSpc>
        <a:spcBef>
          <a:spcPct val="0"/>
        </a:spcBef>
        <a:buNone/>
        <a:defRPr sz="4400" kern="1200" spc="20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9" userDrawn="1">
          <p15:clr>
            <a:srgbClr val="F26B43"/>
          </p15:clr>
        </p15:guide>
        <p15:guide id="2" pos="358" userDrawn="1">
          <p15:clr>
            <a:srgbClr val="F26B43"/>
          </p15:clr>
        </p15:guide>
        <p15:guide id="3" pos="536" userDrawn="1">
          <p15:clr>
            <a:srgbClr val="F26B43"/>
          </p15:clr>
        </p15:guide>
        <p15:guide id="4" pos="714" userDrawn="1">
          <p15:clr>
            <a:srgbClr val="F26B43"/>
          </p15:clr>
        </p15:guide>
        <p15:guide id="7" pos="7501" userDrawn="1">
          <p15:clr>
            <a:srgbClr val="F26B43"/>
          </p15:clr>
        </p15:guide>
        <p15:guide id="8" pos="7323" userDrawn="1">
          <p15:clr>
            <a:srgbClr val="F26B43"/>
          </p15:clr>
        </p15:guide>
        <p15:guide id="9" pos="893" userDrawn="1">
          <p15:clr>
            <a:srgbClr val="F26B43"/>
          </p15:clr>
        </p15:guide>
        <p15:guide id="10" pos="1072" userDrawn="1">
          <p15:clr>
            <a:srgbClr val="F26B43"/>
          </p15:clr>
        </p15:guide>
        <p15:guide id="11" pos="1251" userDrawn="1">
          <p15:clr>
            <a:srgbClr val="F26B43"/>
          </p15:clr>
        </p15:guide>
        <p15:guide id="12" pos="1429" userDrawn="1">
          <p15:clr>
            <a:srgbClr val="F26B43"/>
          </p15:clr>
        </p15:guide>
        <p15:guide id="13" pos="1607" userDrawn="1">
          <p15:clr>
            <a:srgbClr val="F26B43"/>
          </p15:clr>
        </p15:guide>
        <p15:guide id="14" pos="1786" userDrawn="1">
          <p15:clr>
            <a:srgbClr val="F26B43"/>
          </p15:clr>
        </p15:guide>
        <p15:guide id="15" pos="1964" userDrawn="1">
          <p15:clr>
            <a:srgbClr val="F26B43"/>
          </p15:clr>
        </p15:guide>
        <p15:guide id="16" pos="3036" userDrawn="1">
          <p15:clr>
            <a:srgbClr val="F26B43"/>
          </p15:clr>
        </p15:guide>
        <p15:guide id="17" pos="2143" userDrawn="1">
          <p15:clr>
            <a:srgbClr val="F26B43"/>
          </p15:clr>
        </p15:guide>
        <p15:guide id="18" pos="2322" userDrawn="1">
          <p15:clr>
            <a:srgbClr val="F26B43"/>
          </p15:clr>
        </p15:guide>
        <p15:guide id="19" pos="2679" userDrawn="1">
          <p15:clr>
            <a:srgbClr val="F26B43"/>
          </p15:clr>
        </p15:guide>
        <p15:guide id="20" pos="2858" userDrawn="1">
          <p15:clr>
            <a:srgbClr val="F26B43"/>
          </p15:clr>
        </p15:guide>
        <p15:guide id="21" pos="4108" userDrawn="1">
          <p15:clr>
            <a:srgbClr val="F26B43"/>
          </p15:clr>
        </p15:guide>
        <p15:guide id="22" pos="3215" userDrawn="1">
          <p15:clr>
            <a:srgbClr val="F26B43"/>
          </p15:clr>
        </p15:guide>
        <p15:guide id="23" pos="3392" userDrawn="1">
          <p15:clr>
            <a:srgbClr val="F26B43"/>
          </p15:clr>
        </p15:guide>
        <p15:guide id="24" pos="3572" userDrawn="1">
          <p15:clr>
            <a:srgbClr val="F26B43"/>
          </p15:clr>
        </p15:guide>
        <p15:guide id="25" pos="4465" userDrawn="1">
          <p15:clr>
            <a:srgbClr val="F26B43"/>
          </p15:clr>
        </p15:guide>
        <p15:guide id="26" pos="5001" userDrawn="1">
          <p15:clr>
            <a:srgbClr val="F26B43"/>
          </p15:clr>
        </p15:guide>
        <p15:guide id="27" pos="4643" userDrawn="1">
          <p15:clr>
            <a:srgbClr val="F26B43"/>
          </p15:clr>
        </p15:guide>
        <p15:guide id="28" pos="4822" userDrawn="1">
          <p15:clr>
            <a:srgbClr val="F26B43"/>
          </p15:clr>
        </p15:guide>
        <p15:guide id="29" pos="5179" userDrawn="1">
          <p15:clr>
            <a:srgbClr val="F26B43"/>
          </p15:clr>
        </p15:guide>
        <p15:guide id="30" pos="5537" userDrawn="1">
          <p15:clr>
            <a:srgbClr val="F26B43"/>
          </p15:clr>
        </p15:guide>
        <p15:guide id="31" pos="5358" userDrawn="1">
          <p15:clr>
            <a:srgbClr val="F26B43"/>
          </p15:clr>
        </p15:guide>
        <p15:guide id="32" pos="6608" userDrawn="1">
          <p15:clr>
            <a:srgbClr val="F26B43"/>
          </p15:clr>
        </p15:guide>
        <p15:guide id="33" pos="5715" userDrawn="1">
          <p15:clr>
            <a:srgbClr val="F26B43"/>
          </p15:clr>
        </p15:guide>
        <p15:guide id="34" pos="4286" userDrawn="1">
          <p15:clr>
            <a:srgbClr val="F26B43"/>
          </p15:clr>
        </p15:guide>
        <p15:guide id="36" pos="6072" userDrawn="1">
          <p15:clr>
            <a:srgbClr val="F26B43"/>
          </p15:clr>
        </p15:guide>
        <p15:guide id="38" pos="6786" userDrawn="1">
          <p15:clr>
            <a:srgbClr val="F26B43"/>
          </p15:clr>
        </p15:guide>
        <p15:guide id="39" pos="5894" userDrawn="1">
          <p15:clr>
            <a:srgbClr val="F26B43"/>
          </p15:clr>
        </p15:guide>
        <p15:guide id="40" pos="6429" userDrawn="1">
          <p15:clr>
            <a:srgbClr val="F26B43"/>
          </p15:clr>
        </p15:guide>
        <p15:guide id="43" pos="7144" userDrawn="1">
          <p15:clr>
            <a:srgbClr val="F26B43"/>
          </p15:clr>
        </p15:guide>
        <p15:guide id="45" pos="2501" userDrawn="1">
          <p15:clr>
            <a:srgbClr val="F26B43"/>
          </p15:clr>
        </p15:guide>
        <p15:guide id="48" pos="3751" userDrawn="1">
          <p15:clr>
            <a:srgbClr val="F26B43"/>
          </p15:clr>
        </p15:guide>
        <p15:guide id="49" pos="3929" userDrawn="1">
          <p15:clr>
            <a:srgbClr val="F26B43"/>
          </p15:clr>
        </p15:guide>
        <p15:guide id="50" pos="6251" userDrawn="1">
          <p15:clr>
            <a:srgbClr val="F26B43"/>
          </p15:clr>
        </p15:guide>
        <p15:guide id="51" pos="6965" userDrawn="1">
          <p15:clr>
            <a:srgbClr val="F26B43"/>
          </p15:clr>
        </p15:guide>
        <p15:guide id="52" orient="horz" pos="179" userDrawn="1">
          <p15:clr>
            <a:srgbClr val="F26B43"/>
          </p15:clr>
        </p15:guide>
        <p15:guide id="53" orient="horz" pos="4141" userDrawn="1">
          <p15:clr>
            <a:srgbClr val="F26B43"/>
          </p15:clr>
        </p15:guide>
        <p15:guide id="54" orient="horz" pos="1247" userDrawn="1">
          <p15:clr>
            <a:srgbClr val="F26B43"/>
          </p15:clr>
        </p15:guide>
        <p15:guide id="55" orient="horz" pos="3826" userDrawn="1">
          <p15:clr>
            <a:srgbClr val="F26B43"/>
          </p15:clr>
        </p15:guide>
        <p15:guide id="56" orient="horz" pos="39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hyperlink" Target="https://www.rluk.ac.uk/professional-fellowships/"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discovery.nationalarchives.gov.uk/results/r?_q=%28patent%20OR%20medicine%29%20AND%20%28powders%20OR%20tincture%20OR%20balsam%20OR%20drops%29&amp;_cr=COPY%201&amp;_dss=range&amp;_ro=any&amp;_rv=simpl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hyperlink" Target="https://wellcomecollection.org/works/s6jcaunx"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ellcomecollection.org/works/zvkmtp6x"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hyperlink" Target="https://wellcomecollection.org/works/s7sjuwds" TargetMode="External"/><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hyperlink" Target="https://api.wellcomecollection.org/text/v1/b30343719" TargetMode="External"/><Relationship Id="rId5" Type="http://schemas.openxmlformats.org/officeDocument/2006/relationships/hyperlink" Target="https://wellcomecollection.org/works/s7sjuwds/items?canvas=11&amp;query=vnto" TargetMode="External"/><Relationship Id="rId4" Type="http://schemas.openxmlformats.org/officeDocument/2006/relationships/hyperlink" Target="https://iiif.wellcomecollection.org/presentation/v2/b30343719"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hyperlink" Target="https://wellcomecollection.org/works/rsru9bj8" TargetMode="External"/><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hyperlink" Target="https://api.wellcomecollection.org/text/v1/b30792411" TargetMode="External"/><Relationship Id="rId5" Type="http://schemas.openxmlformats.org/officeDocument/2006/relationships/hyperlink" Target="https://wellcomecollection.org/works/rsru9bj8/items?canvas=5&amp;query=bark" TargetMode="External"/><Relationship Id="rId4" Type="http://schemas.openxmlformats.org/officeDocument/2006/relationships/hyperlink" Target="https://iiif.wellcomecollection.org/presentation/v2/b30792411"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hyperlink" Target="https://wellcomecollection.org/works/tj4sgmq8" TargetMode="External"/><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hyperlink" Target="https://api.wellcomecollection.org/text/v1/b21047340" TargetMode="External"/><Relationship Id="rId5" Type="http://schemas.openxmlformats.org/officeDocument/2006/relationships/hyperlink" Target="https://wellcomecollection.org/works/tj4sgmq8/items?canvas=29&amp;query=syphilis" TargetMode="External"/><Relationship Id="rId4" Type="http://schemas.openxmlformats.org/officeDocument/2006/relationships/hyperlink" Target="https://iiif.wellcomecollection.org/presentation/v2/b21047340" TargetMode="Externa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hyperlink" Target="https://voyant-tools.or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BFECE-8588-2BD0-3936-A74A8C841CA8}"/>
              </a:ext>
              <a:ext uri="{C183D7F6-B498-43B3-948B-1728B52AA6E4}">
                <adec:decorative xmlns:adec="http://schemas.microsoft.com/office/drawing/2017/decorative" val="0"/>
              </a:ext>
            </a:extLst>
          </p:cNvPr>
          <p:cNvSpPr>
            <a:spLocks noGrp="1"/>
          </p:cNvSpPr>
          <p:nvPr>
            <p:ph type="ctrTitle"/>
          </p:nvPr>
        </p:nvSpPr>
        <p:spPr>
          <a:xfrm>
            <a:off x="2268539" y="1990447"/>
            <a:ext cx="7071386" cy="1706400"/>
          </a:xfrm>
        </p:spPr>
        <p:txBody>
          <a:bodyPr/>
          <a:lstStyle/>
          <a:p>
            <a:r>
              <a:rPr lang="en-GB"/>
              <a:t>Collaborative Experimentation</a:t>
            </a:r>
            <a:endParaRPr lang="ar-SA" dirty="0"/>
          </a:p>
        </p:txBody>
      </p:sp>
      <p:pic>
        <p:nvPicPr>
          <p:cNvPr id="10" name="Picture Placeholder 9">
            <a:extLst>
              <a:ext uri="{FF2B5EF4-FFF2-40B4-BE49-F238E27FC236}">
                <a16:creationId xmlns:a16="http://schemas.microsoft.com/office/drawing/2014/main" id="{976730F3-A795-75F7-332F-EFCE79D30C8A}"/>
              </a:ext>
              <a:ext uri="{C183D7F6-B498-43B3-948B-1728B52AA6E4}">
                <adec:decorative xmlns:adec="http://schemas.microsoft.com/office/drawing/2017/decorative" val="1"/>
              </a:ext>
            </a:extLst>
          </p:cNvPr>
          <p:cNvPicPr>
            <a:picLocks noGrp="1" noChangeAspect="1"/>
          </p:cNvPicPr>
          <p:nvPr>
            <p:ph type="pic" sz="quarter" idx="15"/>
          </p:nvPr>
        </p:nvPicPr>
        <p:blipFill>
          <a:blip r:embed="rId3" cstate="email">
            <a:extLst>
              <a:ext uri="{28A0092B-C50C-407E-A947-70E740481C1C}">
                <a14:useLocalDpi xmlns:a14="http://schemas.microsoft.com/office/drawing/2010/main"/>
              </a:ext>
            </a:extLst>
          </a:blip>
          <a:srcRect/>
          <a:stretch>
            <a:fillRect/>
          </a:stretch>
        </p:blipFill>
        <p:spPr/>
      </p:pic>
      <p:pic>
        <p:nvPicPr>
          <p:cNvPr id="5" name="Picture Placeholder 4">
            <a:extLst>
              <a:ext uri="{FF2B5EF4-FFF2-40B4-BE49-F238E27FC236}">
                <a16:creationId xmlns:a16="http://schemas.microsoft.com/office/drawing/2014/main" id="{1F64C2F2-18B2-84DE-1920-D62E45BFC00F}"/>
              </a:ext>
              <a:ext uri="{C183D7F6-B498-43B3-948B-1728B52AA6E4}">
                <adec:decorative xmlns:adec="http://schemas.microsoft.com/office/drawing/2017/decorative" val="1"/>
              </a:ext>
            </a:extLst>
          </p:cNvPr>
          <p:cNvPicPr>
            <a:picLocks noGrp="1" noChangeAspect="1"/>
          </p:cNvPicPr>
          <p:nvPr>
            <p:ph type="pic" sz="quarter" idx="10"/>
          </p:nvPr>
        </p:nvPicPr>
        <p:blipFill rotWithShape="1">
          <a:blip r:embed="rId4" cstate="email">
            <a:extLst>
              <a:ext uri="{28A0092B-C50C-407E-A947-70E740481C1C}">
                <a14:useLocalDpi xmlns:a14="http://schemas.microsoft.com/office/drawing/2010/main"/>
              </a:ext>
            </a:extLst>
          </a:blip>
          <a:srcRect l="-17"/>
          <a:stretch/>
        </p:blipFill>
        <p:spPr>
          <a:xfrm>
            <a:off x="4826078" y="295534"/>
            <a:ext cx="7071387" cy="4059238"/>
          </a:xfrm>
        </p:spPr>
      </p:pic>
      <p:pic>
        <p:nvPicPr>
          <p:cNvPr id="7" name="Picture Placeholder 6">
            <a:extLst>
              <a:ext uri="{FF2B5EF4-FFF2-40B4-BE49-F238E27FC236}">
                <a16:creationId xmlns:a16="http://schemas.microsoft.com/office/drawing/2014/main" id="{F1A4B52F-5E3B-7A00-2B92-DCB33874C075}"/>
              </a:ext>
              <a:ext uri="{C183D7F6-B498-43B3-948B-1728B52AA6E4}">
                <adec:decorative xmlns:adec="http://schemas.microsoft.com/office/drawing/2017/decorative" val="1"/>
              </a:ext>
            </a:extLst>
          </p:cNvPr>
          <p:cNvPicPr>
            <a:picLocks noGrp="1" noChangeAspect="1"/>
          </p:cNvPicPr>
          <p:nvPr>
            <p:ph type="pic" sz="quarter" idx="16"/>
          </p:nvPr>
        </p:nvPicPr>
        <p:blipFill>
          <a:blip r:embed="rId5" cstate="email">
            <a:extLst>
              <a:ext uri="{28A0092B-C50C-407E-A947-70E740481C1C}">
                <a14:useLocalDpi xmlns:a14="http://schemas.microsoft.com/office/drawing/2010/main"/>
              </a:ext>
            </a:extLst>
          </a:blip>
          <a:srcRect/>
          <a:stretch>
            <a:fillRect/>
          </a:stretch>
        </p:blipFill>
        <p:spPr/>
      </p:pic>
      <p:sp>
        <p:nvSpPr>
          <p:cNvPr id="6" name="Subtitle 5">
            <a:extLst>
              <a:ext uri="{FF2B5EF4-FFF2-40B4-BE49-F238E27FC236}">
                <a16:creationId xmlns:a16="http://schemas.microsoft.com/office/drawing/2014/main" id="{A1BC5E42-E47C-05EE-7C59-C0505EF3E956}"/>
              </a:ext>
            </a:extLst>
          </p:cNvPr>
          <p:cNvSpPr>
            <a:spLocks noGrp="1"/>
          </p:cNvSpPr>
          <p:nvPr>
            <p:ph type="subTitle" idx="1"/>
          </p:nvPr>
        </p:nvSpPr>
        <p:spPr/>
        <p:txBody>
          <a:bodyPr/>
          <a:lstStyle/>
          <a:p>
            <a:r>
              <a:rPr lang="en-GB"/>
              <a:t>Research Software Prototyping for Co-Learning and Exploration in Cultural Heritage</a:t>
            </a:r>
          </a:p>
        </p:txBody>
      </p:sp>
    </p:spTree>
    <p:extLst>
      <p:ext uri="{BB962C8B-B14F-4D97-AF65-F5344CB8AC3E}">
        <p14:creationId xmlns:p14="http://schemas.microsoft.com/office/powerpoint/2010/main" val="3566477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What is an RLUK/TNA Professional Fellowship?</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p:txBody>
          <a:bodyPr/>
          <a:lstStyle/>
          <a:p>
            <a:r>
              <a:rPr lang="en-GB" sz="2800"/>
              <a:t>Per </a:t>
            </a:r>
            <a:r>
              <a:rPr lang="en-GB" sz="2800">
                <a:hlinkClick r:id="rId3"/>
              </a:rPr>
              <a:t>https://www.rluk.ac.uk/professional-fellowships/</a:t>
            </a:r>
            <a:r>
              <a:rPr lang="en-GB" sz="2400"/>
              <a:t>:</a:t>
            </a:r>
            <a:endParaRPr lang="en-GB" sz="2800"/>
          </a:p>
          <a:p>
            <a:pPr marL="285750" indent="-285750">
              <a:buFont typeface="Arial" panose="020B0604020202020204" pitchFamily="34" charset="0"/>
              <a:buChar char="•"/>
            </a:pPr>
            <a:r>
              <a:rPr lang="en-GB" sz="2800"/>
              <a:t>“Focus on a professional-practice question”</a:t>
            </a:r>
          </a:p>
          <a:p>
            <a:pPr marL="285750" indent="-285750">
              <a:buFont typeface="Arial" panose="020B0604020202020204" pitchFamily="34" charset="0"/>
              <a:buChar char="•"/>
            </a:pPr>
            <a:r>
              <a:rPr lang="en-GB" sz="2800"/>
              <a:t>“Contribute to a wider piece of work”</a:t>
            </a:r>
          </a:p>
          <a:p>
            <a:pPr marL="285750" indent="-285750">
              <a:buFont typeface="Arial" panose="020B0604020202020204" pitchFamily="34" charset="0"/>
              <a:buChar char="•"/>
            </a:pPr>
            <a:r>
              <a:rPr lang="en-GB" sz="2800"/>
              <a:t>“Facilitate shared learning between RLUK &amp; TNA members”</a:t>
            </a:r>
          </a:p>
          <a:p>
            <a:endParaRPr lang="en-GB" sz="2800"/>
          </a:p>
          <a:p>
            <a:pPr marL="285750" indent="-285750">
              <a:buFont typeface="Arial" panose="020B0604020202020204" pitchFamily="34" charset="0"/>
              <a:buChar char="•"/>
            </a:pPr>
            <a:r>
              <a:rPr lang="en-GB" sz="2800"/>
              <a:t>Two weeks of residency with partner institution</a:t>
            </a:r>
          </a:p>
          <a:p>
            <a:pPr marL="285750" indent="-285750">
              <a:buFont typeface="Arial" panose="020B0604020202020204" pitchFamily="34" charset="0"/>
              <a:buChar char="•"/>
            </a:pPr>
            <a:r>
              <a:rPr lang="en-GB" sz="2800"/>
              <a:t>Total of 10% of time for one year, including 2 weeks of residency</a:t>
            </a:r>
          </a:p>
        </p:txBody>
      </p:sp>
    </p:spTree>
    <p:extLst>
      <p:ext uri="{BB962C8B-B14F-4D97-AF65-F5344CB8AC3E}">
        <p14:creationId xmlns:p14="http://schemas.microsoft.com/office/powerpoint/2010/main" val="3156537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Who am I?</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p:txBody>
          <a:bodyPr/>
          <a:lstStyle/>
          <a:p>
            <a:pPr marL="285750" indent="-285750">
              <a:buFont typeface="Arial" panose="020B0604020202020204" pitchFamily="34" charset="0"/>
              <a:buChar char="•"/>
            </a:pPr>
            <a:r>
              <a:rPr lang="en-GB" sz="2800"/>
              <a:t>Research Software Engineer in the Digital Research Team at The National Archives (4 years)</a:t>
            </a:r>
          </a:p>
          <a:p>
            <a:pPr marL="285750" indent="-285750">
              <a:buFont typeface="Arial" panose="020B0604020202020204" pitchFamily="34" charset="0"/>
              <a:buChar char="•"/>
            </a:pPr>
            <a:r>
              <a:rPr lang="en-GB" sz="2800"/>
              <a:t>Historical Research MA (1 year)</a:t>
            </a:r>
          </a:p>
          <a:p>
            <a:pPr marL="285750" indent="-285750">
              <a:buFont typeface="Arial" panose="020B0604020202020204" pitchFamily="34" charset="0"/>
              <a:buChar char="•"/>
            </a:pPr>
            <a:r>
              <a:rPr lang="en-GB" sz="2800"/>
              <a:t>Software Engineer at a microchip designer (</a:t>
            </a:r>
            <a:r>
              <a:rPr lang="en-GB" sz="2800" b="1"/>
              <a:t>16 years</a:t>
            </a:r>
            <a:r>
              <a:rPr lang="en-GB" sz="2800"/>
              <a:t>)</a:t>
            </a:r>
          </a:p>
          <a:p>
            <a:endParaRPr lang="en-GB" sz="2800"/>
          </a:p>
          <a:p>
            <a:pPr marL="285750" indent="-285750">
              <a:buFont typeface="Arial" panose="020B0604020202020204" pitchFamily="34" charset="0"/>
              <a:buChar char="•"/>
            </a:pPr>
            <a:r>
              <a:rPr lang="en-GB" sz="2800"/>
              <a:t>Unfinished “social robotics” PhD (3 years)</a:t>
            </a:r>
          </a:p>
          <a:p>
            <a:pPr marL="555625" lvl="2" indent="-285750">
              <a:buFont typeface="Arial" panose="020B0604020202020204" pitchFamily="34" charset="0"/>
              <a:buChar char="•"/>
            </a:pPr>
            <a:r>
              <a:rPr lang="en-GB" sz="2800"/>
              <a:t>Robots as therapeutic tools for autistic children</a:t>
            </a:r>
            <a:endParaRPr lang="en-GB" sz="2800" b="0"/>
          </a:p>
          <a:p>
            <a:pPr marL="285750" indent="-285750">
              <a:buFont typeface="Arial" panose="020B0604020202020204" pitchFamily="34" charset="0"/>
              <a:buChar char="•"/>
            </a:pPr>
            <a:r>
              <a:rPr lang="en-GB" sz="2800"/>
              <a:t>Computing with Psychology BSc (3 years)</a:t>
            </a:r>
          </a:p>
        </p:txBody>
      </p:sp>
    </p:spTree>
    <p:extLst>
      <p:ext uri="{BB962C8B-B14F-4D97-AF65-F5344CB8AC3E}">
        <p14:creationId xmlns:p14="http://schemas.microsoft.com/office/powerpoint/2010/main" val="316966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What is the project?</a:t>
            </a:r>
            <a:br>
              <a:rPr lang="en-GB"/>
            </a:br>
            <a:r>
              <a:rPr lang="en-GB"/>
              <a:t>(1) Interdisciplinary collaboration</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p:txBody>
          <a:bodyPr/>
          <a:lstStyle/>
          <a:p>
            <a:pPr marL="285750" indent="-285750">
              <a:buFont typeface="Arial" panose="020B0604020202020204" pitchFamily="34" charset="0"/>
              <a:buChar char="•"/>
            </a:pPr>
            <a:r>
              <a:rPr lang="en-GB" sz="2800"/>
              <a:t>Exploring and learning together</a:t>
            </a:r>
          </a:p>
          <a:p>
            <a:pPr marL="285750" indent="-285750">
              <a:buFont typeface="Arial" panose="020B0604020202020204" pitchFamily="34" charset="0"/>
              <a:buChar char="•"/>
            </a:pPr>
            <a:r>
              <a:rPr lang="en-GB" sz="2800"/>
              <a:t>Led by digital exploration, but guided by input from as wide a range of specialisms as we can assemble</a:t>
            </a:r>
          </a:p>
          <a:p>
            <a:pPr marL="285750" indent="-285750">
              <a:buFont typeface="Arial" panose="020B0604020202020204" pitchFamily="34" charset="0"/>
              <a:buChar char="•"/>
            </a:pPr>
            <a:r>
              <a:rPr lang="en-GB" sz="2800"/>
              <a:t>In the form of workshops organised around discussion of digital artefacts</a:t>
            </a:r>
          </a:p>
        </p:txBody>
      </p:sp>
    </p:spTree>
    <p:extLst>
      <p:ext uri="{BB962C8B-B14F-4D97-AF65-F5344CB8AC3E}">
        <p14:creationId xmlns:p14="http://schemas.microsoft.com/office/powerpoint/2010/main" val="1394104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4C7D10A-21B3-4CFB-CBC3-83251E59553C}"/>
              </a:ext>
            </a:extLst>
          </p:cNvPr>
          <p:cNvSpPr>
            <a:spLocks noGrp="1"/>
          </p:cNvSpPr>
          <p:nvPr>
            <p:ph type="title"/>
          </p:nvPr>
        </p:nvSpPr>
        <p:spPr>
          <a:xfrm>
            <a:off x="568324" y="595835"/>
            <a:ext cx="11056937" cy="1094853"/>
          </a:xfrm>
        </p:spPr>
        <p:txBody>
          <a:bodyPr/>
          <a:lstStyle/>
          <a:p>
            <a:r>
              <a:rPr lang="en-US"/>
              <a:t>What is the project?</a:t>
            </a:r>
            <a:br>
              <a:rPr lang="en-US"/>
            </a:br>
            <a:r>
              <a:rPr lang="en-US"/>
              <a:t>(2) Text mining to discover sources</a:t>
            </a:r>
          </a:p>
        </p:txBody>
      </p:sp>
      <p:sp>
        <p:nvSpPr>
          <p:cNvPr id="2" name="Content Placeholder 2">
            <a:extLst>
              <a:ext uri="{FF2B5EF4-FFF2-40B4-BE49-F238E27FC236}">
                <a16:creationId xmlns:a16="http://schemas.microsoft.com/office/drawing/2014/main" id="{D7B8EC3C-D5D7-F5B2-7C73-5391150307E4}"/>
              </a:ext>
            </a:extLst>
          </p:cNvPr>
          <p:cNvSpPr txBox="1">
            <a:spLocks/>
          </p:cNvSpPr>
          <p:nvPr/>
        </p:nvSpPr>
        <p:spPr>
          <a:xfrm>
            <a:off x="567531" y="1982183"/>
            <a:ext cx="11056938" cy="409119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1000"/>
              </a:spcAft>
              <a:buFont typeface="Arial" panose="020B0604020202020204" pitchFamily="34" charset="0"/>
              <a:buNone/>
              <a:defRPr sz="1400" b="1" kern="1200" spc="0" baseline="0">
                <a:solidFill>
                  <a:schemeClr val="tx1"/>
                </a:solidFill>
                <a:latin typeface="+mn-lt"/>
                <a:ea typeface="+mn-ea"/>
                <a:cs typeface="+mn-cs"/>
              </a:defRPr>
            </a:lvl2pPr>
            <a:lvl3pPr marL="269875" indent="-269875" algn="l" defTabSz="914400" rtl="0" eaLnBrk="1" latinLnBrk="0" hangingPunct="1">
              <a:lnSpc>
                <a:spcPct val="100000"/>
              </a:lnSpc>
              <a:spcBef>
                <a:spcPts val="0"/>
              </a:spcBef>
              <a:spcAft>
                <a:spcPts val="1000"/>
              </a:spcAft>
              <a:buSzPct val="80000"/>
              <a:buFont typeface="Wingdings" panose="05000000000000000000" pitchFamily="2" charset="2"/>
              <a:buChar char=""/>
              <a:defRPr sz="1400" kern="1200">
                <a:solidFill>
                  <a:schemeClr val="tx1"/>
                </a:solidFill>
                <a:latin typeface="+mn-lt"/>
                <a:ea typeface="+mn-ea"/>
                <a:cs typeface="+mn-cs"/>
              </a:defRPr>
            </a:lvl3pPr>
            <a:lvl4pPr marL="539750" indent="-269875"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4pPr>
            <a:lvl5pPr marL="804863" indent="-265113" algn="l" defTabSz="914400" rtl="0" eaLnBrk="1" latinLnBrk="0" hangingPunct="1">
              <a:lnSpc>
                <a:spcPct val="100000"/>
              </a:lnSpc>
              <a:spcBef>
                <a:spcPts val="0"/>
              </a:spcBef>
              <a:spcAft>
                <a:spcPts val="1000"/>
              </a:spcAft>
              <a:buSzPct val="80000"/>
              <a:buFont typeface="Wingdings" panose="05000000000000000000" pitchFamily="2" charset="2"/>
              <a:buChar char="n"/>
              <a:defRPr sz="1400" kern="1200">
                <a:solidFill>
                  <a:schemeClr val="tx1"/>
                </a:solidFill>
                <a:latin typeface="+mn-lt"/>
                <a:ea typeface="+mn-ea"/>
                <a:cs typeface="+mn-cs"/>
              </a:defRPr>
            </a:lvl5pPr>
            <a:lvl6pPr marL="342900" indent="-342900" algn="l" defTabSz="914400" rtl="0" eaLnBrk="1" latinLnBrk="0" hangingPunct="1">
              <a:lnSpc>
                <a:spcPct val="100000"/>
              </a:lnSpc>
              <a:spcBef>
                <a:spcPts val="0"/>
              </a:spcBef>
              <a:spcAft>
                <a:spcPts val="1000"/>
              </a:spcAft>
              <a:buSzPct val="80000"/>
              <a:buFont typeface="+mj-lt"/>
              <a:buAutoNum type="arabicPeriod"/>
              <a:defRPr sz="1400" kern="1200">
                <a:solidFill>
                  <a:schemeClr val="tx1"/>
                </a:solidFill>
                <a:latin typeface="+mn-lt"/>
                <a:ea typeface="+mn-ea"/>
                <a:cs typeface="+mn-cs"/>
              </a:defRPr>
            </a:lvl6pPr>
            <a:lvl7pPr marL="717550" indent="-342900" algn="l" defTabSz="914400" rtl="0" eaLnBrk="1" latinLnBrk="0" hangingPunct="1">
              <a:lnSpc>
                <a:spcPct val="100000"/>
              </a:lnSpc>
              <a:spcBef>
                <a:spcPts val="0"/>
              </a:spcBef>
              <a:spcAft>
                <a:spcPts val="1000"/>
              </a:spcAft>
              <a:buSzPct val="80000"/>
              <a:buFont typeface="+mj-lt"/>
              <a:buAutoNum type="alphaLcPeriod"/>
              <a:defRPr sz="1400" kern="1200">
                <a:solidFill>
                  <a:schemeClr val="tx1"/>
                </a:solidFill>
                <a:latin typeface="+mn-lt"/>
                <a:ea typeface="+mn-ea"/>
                <a:cs typeface="+mn-cs"/>
              </a:defRPr>
            </a:lvl7pPr>
            <a:lvl8pPr marL="1076325" indent="-342900" algn="l" defTabSz="914400" rtl="0" eaLnBrk="1" latinLnBrk="0" hangingPunct="1">
              <a:lnSpc>
                <a:spcPct val="100000"/>
              </a:lnSpc>
              <a:spcBef>
                <a:spcPts val="0"/>
              </a:spcBef>
              <a:spcAft>
                <a:spcPts val="1000"/>
              </a:spcAft>
              <a:buSzPct val="80000"/>
              <a:buFont typeface="+mj-lt"/>
              <a:buAutoNum type="romanLcPeriod"/>
              <a:defRPr sz="1400" kern="1200">
                <a:solidFill>
                  <a:schemeClr val="tx1"/>
                </a:solidFill>
                <a:latin typeface="+mn-lt"/>
                <a:ea typeface="+mn-ea"/>
                <a:cs typeface="+mn-cs"/>
              </a:defRPr>
            </a:lvl8pPr>
            <a:lvl9pPr marL="1435100" indent="-342900" algn="l" defTabSz="914400" rtl="0" eaLnBrk="1" latinLnBrk="0" hangingPunct="1">
              <a:lnSpc>
                <a:spcPct val="100000"/>
              </a:lnSpc>
              <a:spcBef>
                <a:spcPts val="0"/>
              </a:spcBef>
              <a:spcAft>
                <a:spcPts val="1000"/>
              </a:spcAft>
              <a:buSzPct val="80000"/>
              <a:buFont typeface="+mj-lt"/>
              <a:buAutoNum type="alphaUcPeriod"/>
              <a:defRPr sz="1400" kern="1200">
                <a:solidFill>
                  <a:schemeClr val="tx1"/>
                </a:solidFill>
                <a:latin typeface="+mn-lt"/>
                <a:ea typeface="+mn-ea"/>
                <a:cs typeface="+mn-cs"/>
              </a:defRPr>
            </a:lvl9pPr>
          </a:lstStyle>
          <a:p>
            <a:pPr marL="285750" indent="-285750">
              <a:buFont typeface="Arial" panose="020B0604020202020204" pitchFamily="34" charset="0"/>
              <a:buChar char="•"/>
            </a:pPr>
            <a:r>
              <a:rPr lang="en-GB" sz="2800"/>
              <a:t>The interdisciplinary collaboration needs something to explore</a:t>
            </a:r>
          </a:p>
          <a:p>
            <a:pPr marL="285750" indent="-285750">
              <a:buFont typeface="Arial" panose="020B0604020202020204" pitchFamily="34" charset="0"/>
              <a:buChar char="•"/>
            </a:pPr>
            <a:r>
              <a:rPr lang="en-GB" sz="2800"/>
              <a:t>Wellcome Library has a large amount of OCR’d material</a:t>
            </a:r>
          </a:p>
          <a:p>
            <a:pPr marL="285750" indent="-285750">
              <a:buFont typeface="Arial" panose="020B0604020202020204" pitchFamily="34" charset="0"/>
              <a:buChar char="•"/>
            </a:pPr>
            <a:r>
              <a:rPr lang="en-GB" sz="2800"/>
              <a:t>Offers traditional catalogue search based on metadata</a:t>
            </a:r>
          </a:p>
          <a:p>
            <a:pPr marL="285750" indent="-285750">
              <a:buFont typeface="Arial" panose="020B0604020202020204" pitchFamily="34" charset="0"/>
              <a:buChar char="•"/>
            </a:pPr>
            <a:r>
              <a:rPr lang="en-GB" sz="2800"/>
              <a:t>And an API, including some example notebooks</a:t>
            </a:r>
          </a:p>
          <a:p>
            <a:pPr marL="285750" indent="-285750">
              <a:buFont typeface="Arial" panose="020B0604020202020204" pitchFamily="34" charset="0"/>
              <a:buChar char="•"/>
            </a:pPr>
            <a:r>
              <a:rPr lang="en-GB" sz="2800"/>
              <a:t>So: use these tools, and “text mining” techniques, to build a corpus of primary sources relevant to a specific theme</a:t>
            </a:r>
          </a:p>
        </p:txBody>
      </p:sp>
    </p:spTree>
    <p:extLst>
      <p:ext uri="{BB962C8B-B14F-4D97-AF65-F5344CB8AC3E}">
        <p14:creationId xmlns:p14="http://schemas.microsoft.com/office/powerpoint/2010/main" val="301522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What is the project </a:t>
            </a:r>
            <a:r>
              <a:rPr lang="en-GB" b="1"/>
              <a:t>not</a:t>
            </a:r>
            <a:r>
              <a:rPr lang="en-GB"/>
              <a:t>?</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p:txBody>
          <a:bodyPr/>
          <a:lstStyle/>
          <a:p>
            <a:r>
              <a:rPr lang="en-GB" sz="2800"/>
              <a:t>I don’t intend to:</a:t>
            </a:r>
          </a:p>
          <a:p>
            <a:pPr marL="285750" indent="-285750">
              <a:buFont typeface="Arial" panose="020B0604020202020204" pitchFamily="34" charset="0"/>
              <a:buChar char="•"/>
            </a:pPr>
            <a:r>
              <a:rPr lang="en-GB" sz="2800"/>
              <a:t>Produce any kind of finished product</a:t>
            </a:r>
          </a:p>
          <a:p>
            <a:pPr marL="285750" indent="-285750">
              <a:buFont typeface="Arial" panose="020B0604020202020204" pitchFamily="34" charset="0"/>
              <a:buChar char="•"/>
            </a:pPr>
            <a:r>
              <a:rPr lang="en-GB" sz="2800"/>
              <a:t>Develop large amounts of new code</a:t>
            </a:r>
          </a:p>
          <a:p>
            <a:pPr marL="285750" indent="-285750">
              <a:buFont typeface="Arial" panose="020B0604020202020204" pitchFamily="34" charset="0"/>
              <a:buChar char="•"/>
            </a:pPr>
            <a:r>
              <a:rPr lang="en-GB" sz="2800"/>
              <a:t>Develop new techniques</a:t>
            </a:r>
          </a:p>
          <a:p>
            <a:pPr marL="285750" indent="-285750">
              <a:buFont typeface="Arial" panose="020B0604020202020204" pitchFamily="34" charset="0"/>
              <a:buChar char="•"/>
            </a:pPr>
            <a:r>
              <a:rPr lang="en-GB" sz="2800"/>
              <a:t>Chase the leading edge of technical developments</a:t>
            </a:r>
          </a:p>
          <a:p>
            <a:pPr marL="555625" lvl="2" indent="-285750">
              <a:buFont typeface="Arial" panose="020B0604020202020204" pitchFamily="34" charset="0"/>
              <a:buChar char="•"/>
            </a:pPr>
            <a:r>
              <a:rPr lang="en-GB" sz="2800"/>
              <a:t>Though Retrieval Augmented Generation is tempting...</a:t>
            </a:r>
          </a:p>
          <a:p>
            <a:pPr marL="285750" indent="-285750">
              <a:buFont typeface="Arial" panose="020B0604020202020204" pitchFamily="34" charset="0"/>
              <a:buChar char="•"/>
            </a:pPr>
            <a:endParaRPr lang="en-GB" sz="2800"/>
          </a:p>
        </p:txBody>
      </p:sp>
    </p:spTree>
    <p:extLst>
      <p:ext uri="{BB962C8B-B14F-4D97-AF65-F5344CB8AC3E}">
        <p14:creationId xmlns:p14="http://schemas.microsoft.com/office/powerpoint/2010/main" val="1577971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07382-CAD3-5781-4052-928932131501}"/>
              </a:ext>
            </a:extLst>
          </p:cNvPr>
          <p:cNvSpPr>
            <a:spLocks noGrp="1"/>
          </p:cNvSpPr>
          <p:nvPr>
            <p:ph type="title"/>
          </p:nvPr>
        </p:nvSpPr>
        <p:spPr/>
        <p:txBody>
          <a:bodyPr/>
          <a:lstStyle/>
          <a:p>
            <a:r>
              <a:rPr lang="en-GB"/>
              <a:t>Guiding Principles</a:t>
            </a:r>
          </a:p>
        </p:txBody>
      </p:sp>
      <p:sp>
        <p:nvSpPr>
          <p:cNvPr id="3" name="Content Placeholder 2">
            <a:extLst>
              <a:ext uri="{FF2B5EF4-FFF2-40B4-BE49-F238E27FC236}">
                <a16:creationId xmlns:a16="http://schemas.microsoft.com/office/drawing/2014/main" id="{6AC99A07-164C-9EC0-0F72-FB7540D650B0}"/>
              </a:ext>
            </a:extLst>
          </p:cNvPr>
          <p:cNvSpPr>
            <a:spLocks noGrp="1"/>
          </p:cNvSpPr>
          <p:nvPr>
            <p:ph idx="1"/>
          </p:nvPr>
        </p:nvSpPr>
        <p:spPr/>
        <p:txBody>
          <a:bodyPr/>
          <a:lstStyle/>
          <a:p>
            <a:r>
              <a:rPr lang="en-GB" sz="2800"/>
              <a:t>Prototyping (Agile-ish, sprints)</a:t>
            </a:r>
          </a:p>
          <a:p>
            <a:endParaRPr lang="en-GB" sz="2800"/>
          </a:p>
          <a:p>
            <a:r>
              <a:rPr lang="en-GB" sz="2800"/>
              <a:t>Hacking (the good kind) &amp; Re-use</a:t>
            </a:r>
          </a:p>
          <a:p>
            <a:endParaRPr lang="en-GB" sz="2800"/>
          </a:p>
          <a:p>
            <a:r>
              <a:rPr lang="en-GB" sz="2800"/>
              <a:t>KISS</a:t>
            </a:r>
          </a:p>
          <a:p>
            <a:endParaRPr lang="en-GB" sz="2800"/>
          </a:p>
          <a:p>
            <a:r>
              <a:rPr lang="en-GB" sz="2800"/>
              <a:t>Collaboration</a:t>
            </a:r>
          </a:p>
        </p:txBody>
      </p:sp>
    </p:spTree>
    <p:extLst>
      <p:ext uri="{BB962C8B-B14F-4D97-AF65-F5344CB8AC3E}">
        <p14:creationId xmlns:p14="http://schemas.microsoft.com/office/powerpoint/2010/main" val="3147678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Timetable</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p:txBody>
          <a:bodyPr/>
          <a:lstStyle/>
          <a:p>
            <a:pPr marL="285750" indent="-285750">
              <a:buFont typeface="Arial" panose="020B0604020202020204" pitchFamily="34" charset="0"/>
              <a:buChar char="•"/>
            </a:pPr>
            <a:r>
              <a:rPr lang="en-GB" sz="2800"/>
              <a:t>1</a:t>
            </a:r>
            <a:r>
              <a:rPr lang="en-GB" sz="2800" baseline="30000"/>
              <a:t>st</a:t>
            </a:r>
            <a:r>
              <a:rPr lang="en-GB" sz="2800"/>
              <a:t> May: Introduction</a:t>
            </a:r>
          </a:p>
          <a:p>
            <a:pPr marL="285750" indent="-285750">
              <a:buFont typeface="Arial" panose="020B0604020202020204" pitchFamily="34" charset="0"/>
              <a:buChar char="•"/>
            </a:pPr>
            <a:r>
              <a:rPr lang="en-GB" sz="2800"/>
              <a:t>5</a:t>
            </a:r>
            <a:r>
              <a:rPr lang="en-GB" sz="2800" baseline="30000"/>
              <a:t>th</a:t>
            </a:r>
            <a:r>
              <a:rPr lang="en-GB" sz="2800"/>
              <a:t> June: Possibilities</a:t>
            </a:r>
          </a:p>
          <a:p>
            <a:pPr marL="285750" indent="-285750">
              <a:buFont typeface="Arial" panose="020B0604020202020204" pitchFamily="34" charset="0"/>
              <a:buChar char="•"/>
            </a:pPr>
            <a:r>
              <a:rPr lang="en-GB" sz="2800"/>
              <a:t>Early July: Classifications</a:t>
            </a:r>
          </a:p>
          <a:p>
            <a:pPr marL="285750" indent="-285750">
              <a:buFont typeface="Arial" panose="020B0604020202020204" pitchFamily="34" charset="0"/>
              <a:buChar char="•"/>
            </a:pPr>
            <a:r>
              <a:rPr lang="en-GB" sz="2800"/>
              <a:t>September: ... (finer grains? visualisation? interfaces?)</a:t>
            </a:r>
          </a:p>
          <a:p>
            <a:pPr marL="285750" indent="-285750">
              <a:buFont typeface="Arial" panose="020B0604020202020204" pitchFamily="34" charset="0"/>
              <a:buChar char="•"/>
            </a:pPr>
            <a:r>
              <a:rPr lang="en-GB" sz="2800"/>
              <a:t>October: One week of collaborative development</a:t>
            </a:r>
          </a:p>
          <a:p>
            <a:pPr marL="285750" indent="-285750">
              <a:buFont typeface="Arial" panose="020B0604020202020204" pitchFamily="34" charset="0"/>
              <a:buChar char="•"/>
            </a:pPr>
            <a:r>
              <a:rPr lang="en-GB" sz="2800"/>
              <a:t>March: Wrap up</a:t>
            </a:r>
          </a:p>
          <a:p>
            <a:endParaRPr lang="en-GB" sz="2800"/>
          </a:p>
        </p:txBody>
      </p:sp>
    </p:spTree>
    <p:extLst>
      <p:ext uri="{BB962C8B-B14F-4D97-AF65-F5344CB8AC3E}">
        <p14:creationId xmlns:p14="http://schemas.microsoft.com/office/powerpoint/2010/main" val="3894407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4A228-6DC4-9324-AABE-09FBC9CCCE9F}"/>
              </a:ext>
            </a:extLst>
          </p:cNvPr>
          <p:cNvSpPr>
            <a:spLocks noGrp="1"/>
          </p:cNvSpPr>
          <p:nvPr>
            <p:ph type="title"/>
          </p:nvPr>
        </p:nvSpPr>
        <p:spPr/>
        <p:txBody>
          <a:bodyPr/>
          <a:lstStyle/>
          <a:p>
            <a:r>
              <a:rPr lang="en-GB"/>
              <a:t>General Shape</a:t>
            </a:r>
          </a:p>
        </p:txBody>
      </p:sp>
      <p:sp>
        <p:nvSpPr>
          <p:cNvPr id="3" name="Content Placeholder 2">
            <a:extLst>
              <a:ext uri="{FF2B5EF4-FFF2-40B4-BE49-F238E27FC236}">
                <a16:creationId xmlns:a16="http://schemas.microsoft.com/office/drawing/2014/main" id="{F4BFA765-ECB5-4810-0AAE-93851B350AC3}"/>
              </a:ext>
            </a:extLst>
          </p:cNvPr>
          <p:cNvSpPr>
            <a:spLocks noGrp="1"/>
          </p:cNvSpPr>
          <p:nvPr>
            <p:ph idx="1"/>
          </p:nvPr>
        </p:nvSpPr>
        <p:spPr>
          <a:xfrm>
            <a:off x="567531" y="1383402"/>
            <a:ext cx="11056938" cy="4091195"/>
          </a:xfrm>
        </p:spPr>
        <p:txBody>
          <a:bodyPr/>
          <a:lstStyle/>
          <a:p>
            <a:pPr marL="457200" indent="-457200">
              <a:buFont typeface="Arial" panose="020B0604020202020204" pitchFamily="34" charset="0"/>
              <a:buChar char="•"/>
            </a:pPr>
            <a:r>
              <a:rPr lang="en-GB" sz="2800"/>
              <a:t>Use catalogue data to identify a sub-corpus</a:t>
            </a:r>
          </a:p>
          <a:p>
            <a:pPr marL="457200" indent="-457200">
              <a:buFont typeface="Arial" panose="020B0604020202020204" pitchFamily="34" charset="0"/>
              <a:buChar char="•"/>
            </a:pPr>
            <a:r>
              <a:rPr lang="en-GB" sz="2800"/>
              <a:t>Use tools to generate some initial visualisations for demonstration	</a:t>
            </a:r>
          </a:p>
          <a:p>
            <a:pPr marL="457200" indent="-457200">
              <a:buFont typeface="Arial" panose="020B0604020202020204" pitchFamily="34" charset="0"/>
              <a:buChar char="•"/>
            </a:pPr>
            <a:r>
              <a:rPr lang="en-GB" sz="2800"/>
              <a:t>Use keywords to find relevant text within the sub-corpus</a:t>
            </a:r>
          </a:p>
          <a:p>
            <a:pPr marL="457200" indent="-457200">
              <a:buFont typeface="Arial" panose="020B0604020202020204" pitchFamily="34" charset="0"/>
              <a:buChar char="•"/>
            </a:pPr>
            <a:r>
              <a:rPr lang="en-GB" sz="2800"/>
              <a:t>Use e.g. topic modelling to search for other relevant texts</a:t>
            </a:r>
          </a:p>
          <a:p>
            <a:pPr marL="457200" indent="-457200">
              <a:buFont typeface="Arial" panose="020B0604020202020204" pitchFamily="34" charset="0"/>
              <a:buChar char="•"/>
            </a:pPr>
            <a:r>
              <a:rPr lang="en-GB" sz="2800"/>
              <a:t>Use e.g. word embeddings to find relevant passages within relevant texts</a:t>
            </a:r>
          </a:p>
          <a:p>
            <a:pPr marL="457200" indent="-457200">
              <a:buFont typeface="Arial" panose="020B0604020202020204" pitchFamily="34" charset="0"/>
              <a:buChar char="•"/>
            </a:pPr>
            <a:r>
              <a:rPr lang="en-GB" sz="2800"/>
              <a:t>Use the same technique to search more broadly across the corpus</a:t>
            </a:r>
          </a:p>
        </p:txBody>
      </p:sp>
    </p:spTree>
    <p:extLst>
      <p:ext uri="{BB962C8B-B14F-4D97-AF65-F5344CB8AC3E}">
        <p14:creationId xmlns:p14="http://schemas.microsoft.com/office/powerpoint/2010/main" val="1913923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D8ABBD4D-AF6C-47AA-EB6C-6F5495ED67FA}"/>
              </a:ext>
              <a:ext uri="{C183D7F6-B498-43B3-948B-1728B52AA6E4}">
                <adec:decorative xmlns:adec="http://schemas.microsoft.com/office/drawing/2017/decorative" val="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BCCBAA23-7A7E-2E3F-4EF5-146E66F940AB}"/>
              </a:ext>
            </a:extLst>
          </p:cNvPr>
          <p:cNvSpPr>
            <a:spLocks noGrp="1"/>
          </p:cNvSpPr>
          <p:nvPr>
            <p:ph type="title"/>
          </p:nvPr>
        </p:nvSpPr>
        <p:spPr/>
        <p:txBody>
          <a:bodyPr/>
          <a:lstStyle/>
          <a:p>
            <a:r>
              <a:rPr lang="en-GB"/>
              <a:t>Text mining</a:t>
            </a:r>
            <a:endParaRPr lang="ar-SA" dirty="0"/>
          </a:p>
        </p:txBody>
      </p:sp>
    </p:spTree>
    <p:extLst>
      <p:ext uri="{BB962C8B-B14F-4D97-AF65-F5344CB8AC3E}">
        <p14:creationId xmlns:p14="http://schemas.microsoft.com/office/powerpoint/2010/main" val="2954192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4C7D10A-21B3-4CFB-CBC3-83251E59553C}"/>
              </a:ext>
            </a:extLst>
          </p:cNvPr>
          <p:cNvSpPr>
            <a:spLocks noGrp="1"/>
          </p:cNvSpPr>
          <p:nvPr>
            <p:ph type="title"/>
          </p:nvPr>
        </p:nvSpPr>
        <p:spPr>
          <a:xfrm>
            <a:off x="568324" y="595835"/>
            <a:ext cx="11056937" cy="1094853"/>
          </a:xfrm>
        </p:spPr>
        <p:txBody>
          <a:bodyPr/>
          <a:lstStyle/>
          <a:p>
            <a:r>
              <a:rPr lang="en-US"/>
              <a:t>The Collection</a:t>
            </a:r>
          </a:p>
        </p:txBody>
      </p:sp>
      <p:pic>
        <p:nvPicPr>
          <p:cNvPr id="7" name="Picture 6" descr="Screenshot of &quot;Types/Techniques&quot; in Wellcome's catalogue search.">
            <a:extLst>
              <a:ext uri="{FF2B5EF4-FFF2-40B4-BE49-F238E27FC236}">
                <a16:creationId xmlns:a16="http://schemas.microsoft.com/office/drawing/2014/main" id="{D64A1648-0C5F-9F33-59D8-E908A40DA2F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6739" y="1237961"/>
            <a:ext cx="2648086" cy="5620039"/>
          </a:xfrm>
          <a:prstGeom prst="rect">
            <a:avLst/>
          </a:prstGeom>
        </p:spPr>
      </p:pic>
      <p:pic>
        <p:nvPicPr>
          <p:cNvPr id="5" name="Picture 4" descr="Screenshot of &quot;Subjects&quot; in Wellcome's catalogue search">
            <a:extLst>
              <a:ext uri="{FF2B5EF4-FFF2-40B4-BE49-F238E27FC236}">
                <a16:creationId xmlns:a16="http://schemas.microsoft.com/office/drawing/2014/main" id="{750C64D3-BF0C-CAB4-CFFA-57B86835860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46520" y="785751"/>
            <a:ext cx="3098959" cy="5651790"/>
          </a:xfrm>
          <a:prstGeom prst="rect">
            <a:avLst/>
          </a:prstGeom>
        </p:spPr>
      </p:pic>
      <p:pic>
        <p:nvPicPr>
          <p:cNvPr id="10" name="Picture 9" descr="Screenshot of &quot;Languages&quot; in Wellcome's catalogue search.">
            <a:extLst>
              <a:ext uri="{FF2B5EF4-FFF2-40B4-BE49-F238E27FC236}">
                <a16:creationId xmlns:a16="http://schemas.microsoft.com/office/drawing/2014/main" id="{160FC3F8-20A7-1382-7A31-B4393191FAB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977174" y="17261"/>
            <a:ext cx="2168338" cy="6858000"/>
          </a:xfrm>
          <a:prstGeom prst="rect">
            <a:avLst/>
          </a:prstGeom>
        </p:spPr>
      </p:pic>
    </p:spTree>
    <p:extLst>
      <p:ext uri="{BB962C8B-B14F-4D97-AF65-F5344CB8AC3E}">
        <p14:creationId xmlns:p14="http://schemas.microsoft.com/office/powerpoint/2010/main" val="2993792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descr="Screenshot of search results from a search for medicinal terms in TNA's COPY 1.">
            <a:extLst>
              <a:ext uri="{FF2B5EF4-FFF2-40B4-BE49-F238E27FC236}">
                <a16:creationId xmlns:a16="http://schemas.microsoft.com/office/drawing/2014/main" id="{1F85B4E6-60DB-CC79-FD5D-78C895627B8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96696" y="0"/>
            <a:ext cx="7398608" cy="6858000"/>
          </a:xfrm>
          <a:prstGeom prst="rect">
            <a:avLst/>
          </a:prstGeom>
        </p:spPr>
      </p:pic>
      <p:sp>
        <p:nvSpPr>
          <p:cNvPr id="3" name="Title 2">
            <a:extLst>
              <a:ext uri="{FF2B5EF4-FFF2-40B4-BE49-F238E27FC236}">
                <a16:creationId xmlns:a16="http://schemas.microsoft.com/office/drawing/2014/main" id="{A9685793-102D-D3DE-7553-45C68E6344FD}"/>
              </a:ext>
            </a:extLst>
          </p:cNvPr>
          <p:cNvSpPr txBox="1">
            <a:spLocks noGrp="1"/>
          </p:cNvSpPr>
          <p:nvPr>
            <p:ph type="title" idx="4294967295"/>
          </p:nvPr>
        </p:nvSpPr>
        <p:spPr>
          <a:xfrm>
            <a:off x="0" y="5849035"/>
            <a:ext cx="4631054" cy="923330"/>
          </a:xfrm>
          <a:prstGeom prst="rect">
            <a:avLst/>
          </a:prstGeom>
          <a:noFill/>
          <a:ln w="19050">
            <a:noFill/>
            <a:prstDash/>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chemeClr val="tx1"/>
                </a:solidFill>
                <a:effectLst/>
                <a:uLnTx/>
                <a:uFillTx/>
                <a:latin typeface="+mn-lt"/>
                <a:ea typeface="+mn-ea"/>
                <a:cs typeface="+mn-cs"/>
                <a:hlinkClick r:id="rId4"/>
              </a:rPr>
              <a:t>Search results: (patent OR medicine) AND (powders OR tincture OR balsam OR drops) | The National Archives</a:t>
            </a:r>
            <a:endParaRPr kumimoji="0" lang="en-GB" sz="18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71642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8" name="Picture 4" descr="1783 etching of James Graham and Gustav Katterfelto in combat using electrotherapy machines as weapons (description from Wellcome)">
            <a:extLst>
              <a:ext uri="{FF2B5EF4-FFF2-40B4-BE49-F238E27FC236}">
                <a16:creationId xmlns:a16="http://schemas.microsoft.com/office/drawing/2014/main" id="{52995209-57F6-C3A3-2739-4B5039F7237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169670" y="0"/>
            <a:ext cx="9852660" cy="706539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92060A9C-0E68-0CB4-6325-D67D82B96D90}"/>
              </a:ext>
            </a:extLst>
          </p:cNvPr>
          <p:cNvSpPr txBox="1">
            <a:spLocks noGrp="1"/>
          </p:cNvSpPr>
          <p:nvPr>
            <p:ph type="title" idx="4294967295"/>
          </p:nvPr>
        </p:nvSpPr>
        <p:spPr>
          <a:xfrm>
            <a:off x="7383780" y="5657671"/>
            <a:ext cx="4808220" cy="1200329"/>
          </a:xfrm>
          <a:prstGeom prst="rect">
            <a:avLst/>
          </a:prstGeom>
          <a:solidFill>
            <a:schemeClr val="bg1"/>
          </a:solidFill>
          <a:ln w="19050">
            <a:noFill/>
            <a:prstDash/>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chemeClr val="tx1"/>
                </a:solidFill>
                <a:effectLst/>
                <a:uLnTx/>
                <a:uFillTx/>
                <a:latin typeface="+mn-lt"/>
                <a:ea typeface="+mn-ea"/>
                <a:cs typeface="+mn-cs"/>
                <a:hlinkClick r:id="rId4"/>
              </a:rPr>
              <a:t>James Graham and Gustavus Katterfelto in combat using electrotherapy machines as weapons. Etching, 1783. | Wellcome Collection</a:t>
            </a:r>
            <a:endParaRPr kumimoji="0" lang="en-GB" sz="1800" b="1"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676931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26EC7E-8395-753E-81C4-ABF6EF71962F}"/>
              </a:ext>
            </a:extLst>
          </p:cNvPr>
          <p:cNvSpPr>
            <a:spLocks noGrp="1"/>
          </p:cNvSpPr>
          <p:nvPr>
            <p:ph type="title"/>
          </p:nvPr>
        </p:nvSpPr>
        <p:spPr>
          <a:xfrm>
            <a:off x="284161" y="6858000"/>
            <a:ext cx="4535489" cy="2779175"/>
          </a:xfrm>
        </p:spPr>
        <p:txBody>
          <a:bodyPr vert="horz" lIns="0" tIns="0" rIns="0" bIns="0" rtlCol="0" anchor="t" anchorCtr="0">
            <a:noAutofit/>
          </a:bodyPr>
          <a:lstStyle/>
          <a:p>
            <a:r>
              <a:rPr lang="en-GB"/>
              <a:t>George Motherby’s medical dictionary</a:t>
            </a:r>
          </a:p>
        </p:txBody>
      </p:sp>
      <p:sp>
        <p:nvSpPr>
          <p:cNvPr id="5" name="TextBox 4">
            <a:extLst>
              <a:ext uri="{FF2B5EF4-FFF2-40B4-BE49-F238E27FC236}">
                <a16:creationId xmlns:a16="http://schemas.microsoft.com/office/drawing/2014/main" id="{8DD58558-6DF8-6CE2-765D-0209D5D28BEF}"/>
              </a:ext>
            </a:extLst>
          </p:cNvPr>
          <p:cNvSpPr txBox="1"/>
          <p:nvPr/>
        </p:nvSpPr>
        <p:spPr>
          <a:xfrm>
            <a:off x="157163" y="3259158"/>
            <a:ext cx="3786187" cy="3416320"/>
          </a:xfrm>
          <a:prstGeom prst="rect">
            <a:avLst/>
          </a:prstGeom>
          <a:noFill/>
          <a:ln w="19050">
            <a:noFill/>
            <a:miter lim="800000"/>
          </a:ln>
        </p:spPr>
        <p:txBody>
          <a:bodyPr wrap="square">
            <a:spAutoFit/>
          </a:bodyPr>
          <a:lstStyle/>
          <a:p>
            <a:r>
              <a:rPr lang="en-GB" b="0" i="0">
                <a:effectLst/>
                <a:latin typeface="Inter"/>
              </a:rPr>
              <a:t>A new medical dictionary, or, General repository of physic : containing an explanation of the terms and a description of the various particulars relating to anatomy, physiology, physic, surgery, materia medica, chemistry, &amp;c. &amp;c. &amp;c. : each article, according to its importance, being considered in every relation to which its usefulness extends in the healing art / by George Wallis. Source: </a:t>
            </a:r>
            <a:r>
              <a:rPr lang="en-GB" b="0" i="0" u="sng">
                <a:effectLst/>
                <a:latin typeface="Inter"/>
                <a:hlinkClick r:id="rId3">
                  <a:extLst>
                    <a:ext uri="{A12FA001-AC4F-418D-AE19-62706E023703}">
                      <ahyp:hlinkClr xmlns:ahyp="http://schemas.microsoft.com/office/drawing/2018/hyperlinkcolor" val="tx"/>
                    </a:ext>
                  </a:extLst>
                </a:hlinkClick>
              </a:rPr>
              <a:t>Wellcome Collection</a:t>
            </a:r>
            <a:r>
              <a:rPr lang="en-GB" b="0" i="0">
                <a:effectLst/>
                <a:latin typeface="Inter"/>
              </a:rPr>
              <a:t>.</a:t>
            </a:r>
            <a:endParaRPr lang="en-GB"/>
          </a:p>
        </p:txBody>
      </p:sp>
      <p:pic>
        <p:nvPicPr>
          <p:cNvPr id="3" name="Picture 2" descr="Cover page of an eighteenth century medical dictionary.">
            <a:extLst>
              <a:ext uri="{FF2B5EF4-FFF2-40B4-BE49-F238E27FC236}">
                <a16:creationId xmlns:a16="http://schemas.microsoft.com/office/drawing/2014/main" id="{F181BE65-E72A-E233-B275-45484182384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861619" y="0"/>
            <a:ext cx="4468762" cy="6858000"/>
          </a:xfrm>
          <a:prstGeom prst="rect">
            <a:avLst/>
          </a:prstGeom>
        </p:spPr>
      </p:pic>
    </p:spTree>
    <p:extLst>
      <p:ext uri="{BB962C8B-B14F-4D97-AF65-F5344CB8AC3E}">
        <p14:creationId xmlns:p14="http://schemas.microsoft.com/office/powerpoint/2010/main" val="1855215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128B63A6-FA87-AEA4-162E-6005F08C8106}"/>
              </a:ext>
            </a:extLst>
          </p:cNvPr>
          <p:cNvSpPr txBox="1">
            <a:spLocks noGrp="1"/>
          </p:cNvSpPr>
          <p:nvPr>
            <p:ph type="title" idx="4294967295"/>
          </p:nvPr>
        </p:nvSpPr>
        <p:spPr>
          <a:xfrm>
            <a:off x="80919" y="5192767"/>
            <a:ext cx="4676109" cy="923330"/>
          </a:xfrm>
          <a:prstGeom prst="rect">
            <a:avLst/>
          </a:prstGeom>
          <a:noFill/>
          <a:ln w="19050">
            <a:noFill/>
            <a:prstDash/>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121212"/>
                </a:solidFill>
                <a:effectLst/>
                <a:uLnTx/>
                <a:uFillTx/>
                <a:latin typeface="Inter"/>
                <a:ea typeface="+mn-ea"/>
                <a:cs typeface="+mn-cs"/>
              </a:rPr>
              <a:t>A profitable and necessarie booke... By William Clowes one of hir Maiesties chirurgions. 1596. Processed August 2018.</a:t>
            </a:r>
            <a:endParaRPr kumimoji="0" lang="en-GB" sz="1800" b="0" i="0" u="none" strike="noStrike" kern="1200" cap="none" spc="0" normalizeH="0" baseline="0" noProof="0">
              <a:ln>
                <a:noFill/>
              </a:ln>
              <a:solidFill>
                <a:schemeClr val="tx1"/>
              </a:solidFill>
              <a:effectLst/>
              <a:uLnTx/>
              <a:uFillTx/>
              <a:latin typeface="+mn-lt"/>
              <a:ea typeface="+mn-ea"/>
              <a:cs typeface="+mn-cs"/>
            </a:endParaRPr>
          </a:p>
        </p:txBody>
      </p:sp>
      <p:pic>
        <p:nvPicPr>
          <p:cNvPr id="5" name="Picture 4" descr="Screenshot of Wellcome's &quot;search within book&quot; interface, showing first page of Clowe's &quot;Profitble and necessarie booke&quot; (1596)">
            <a:extLst>
              <a:ext uri="{FF2B5EF4-FFF2-40B4-BE49-F238E27FC236}">
                <a16:creationId xmlns:a16="http://schemas.microsoft.com/office/drawing/2014/main" id="{1DD38378-02B9-9B6C-9AB5-BD48F7477698}"/>
              </a:ext>
              <a:ext uri="{C183D7F6-B498-43B3-948B-1728B52AA6E4}">
                <adec:decorative xmlns:adec="http://schemas.microsoft.com/office/drawing/2017/decorative" val="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7252"/>
            <a:ext cx="7712802" cy="5081799"/>
          </a:xfrm>
          <a:prstGeom prst="rect">
            <a:avLst/>
          </a:prstGeom>
        </p:spPr>
      </p:pic>
      <p:sp>
        <p:nvSpPr>
          <p:cNvPr id="12" name="TextBox 11" descr="Digitised text from 1596 book. Some transcription errors are highlighted.">
            <a:extLst>
              <a:ext uri="{FF2B5EF4-FFF2-40B4-BE49-F238E27FC236}">
                <a16:creationId xmlns:a16="http://schemas.microsoft.com/office/drawing/2014/main" id="{736A9B7E-6102-7F8A-DE98-8A7ED691BA2B}"/>
              </a:ext>
            </a:extLst>
          </p:cNvPr>
          <p:cNvSpPr txBox="1"/>
          <p:nvPr/>
        </p:nvSpPr>
        <p:spPr>
          <a:xfrm>
            <a:off x="7979955" y="-1"/>
            <a:ext cx="4293730" cy="6032421"/>
          </a:xfrm>
          <a:prstGeom prst="rect">
            <a:avLst/>
          </a:prstGeom>
          <a:noFill/>
          <a:ln w="19050">
            <a:solidFill>
              <a:schemeClr val="tx1"/>
            </a:solidFill>
            <a:miter lim="800000"/>
          </a:ln>
        </p:spPr>
        <p:txBody>
          <a:bodyPr wrap="square" lIns="72000" tIns="0" rIns="72000" bIns="0" rtlCol="0">
            <a:spAutoFit/>
          </a:bodyPr>
          <a:lstStyle/>
          <a:p>
            <a:pPr algn="l">
              <a:spcAft>
                <a:spcPts val="1000"/>
              </a:spcAft>
            </a:pPr>
            <a:r>
              <a:rPr lang="en-GB" sz="1400"/>
              <a:t>The Epiftle Dedkaffie; To all the true profeiTors of Chirurgerie in general! whereioeuer, VVilliam Clowes wiftieth all happities, with much increaie of knowledge in the art of </a:t>
            </a:r>
            <a:r>
              <a:rPr lang="en-GB" sz="1400">
                <a:solidFill>
                  <a:schemeClr val="bg1"/>
                </a:solidFill>
                <a:highlight>
                  <a:srgbClr val="000000"/>
                </a:highlight>
              </a:rPr>
              <a:t>p' â€¢ â–  â€¢ â€¢â€¢ * â€¢ Chirurgerie. \ â€˜ If . . &gt; â€ž r - * â™¦ " . j . i â–  â€¢ â–  â€¢ â–  ' â–  - â€˜r â€¢*&gt;&lt;&gt;. â€¢- r w â–  ; â€˜ ' Â± - -A' </a:t>
            </a:r>
            <a:r>
              <a:rPr lang="en-GB" sz="1400"/>
              <a:t>Oft louing brethren and friends, vn- ro you which are ftudents and prac- tiiers, in the moft excellent art of Chirurgerie, I do now once againe dedicate this booke, containing diners </a:t>
            </a:r>
            <a:r>
              <a:rPr lang="en-GB" sz="1400">
                <a:solidFill>
                  <a:schemeClr val="bg1"/>
                </a:solidFill>
                <a:highlight>
                  <a:srgbClr val="000000"/>
                </a:highlight>
              </a:rPr>
              <a:t>fhort</a:t>
            </a:r>
            <a:r>
              <a:rPr lang="en-GB" sz="1400">
                <a:solidFill>
                  <a:schemeClr val="bg1"/>
                </a:solidFill>
              </a:rPr>
              <a:t> </a:t>
            </a:r>
            <a:r>
              <a:rPr lang="en-GB" sz="1400"/>
              <a:t>obieruations of </a:t>
            </a:r>
            <a:r>
              <a:rPr lang="en-GB" sz="1400">
                <a:solidFill>
                  <a:schemeClr val="bg1"/>
                </a:solidFill>
                <a:highlight>
                  <a:srgbClr val="000000"/>
                </a:highlight>
              </a:rPr>
              <a:t>fome</a:t>
            </a:r>
            <a:r>
              <a:rPr lang="en-GB" sz="1400"/>
              <a:t> ipe- ciall cures by my </a:t>
            </a:r>
            <a:r>
              <a:rPr lang="en-GB" sz="1400">
                <a:solidFill>
                  <a:schemeClr val="bg1"/>
                </a:solidFill>
                <a:highlight>
                  <a:srgbClr val="000000"/>
                </a:highlight>
              </a:rPr>
              <a:t>induftrious</a:t>
            </a:r>
            <a:r>
              <a:rPr lang="en-GB" sz="1400">
                <a:highlight>
                  <a:srgbClr val="000000"/>
                </a:highlight>
              </a:rPr>
              <a:t> </a:t>
            </a:r>
            <a:r>
              <a:rPr lang="en-GB" sz="1400">
                <a:solidFill>
                  <a:schemeClr val="bg1"/>
                </a:solidFill>
                <a:highlight>
                  <a:srgbClr val="000000"/>
                </a:highlight>
              </a:rPr>
              <a:t>trauell</a:t>
            </a:r>
            <a:r>
              <a:rPr lang="en-GB" sz="1400">
                <a:highlight>
                  <a:srgbClr val="000000"/>
                </a:highlight>
              </a:rPr>
              <a:t> </a:t>
            </a:r>
            <a:r>
              <a:rPr lang="en-GB" sz="1400"/>
              <a:t>carefully performed, and </a:t>
            </a:r>
            <a:r>
              <a:rPr lang="en-GB" sz="1400">
                <a:solidFill>
                  <a:schemeClr val="bg1"/>
                </a:solidFill>
                <a:highlight>
                  <a:srgbClr val="000000"/>
                </a:highlight>
              </a:rPr>
              <a:t>approoued</a:t>
            </a:r>
            <a:r>
              <a:rPr lang="en-GB" sz="1400"/>
              <a:t> very profitable for burnings with the flame of Gun powder, and alio for the curing of wounds made with Musket and Caliuer fhot, and other weapons of war, commonly</a:t>
            </a:r>
            <a:r>
              <a:rPr lang="en-GB" sz="1400">
                <a:highlight>
                  <a:srgbClr val="000000"/>
                </a:highlight>
              </a:rPr>
              <a:t> </a:t>
            </a:r>
            <a:r>
              <a:rPr lang="en-GB" sz="1400">
                <a:solidFill>
                  <a:schemeClr val="bg1"/>
                </a:solidFill>
                <a:highlight>
                  <a:srgbClr val="000000"/>
                </a:highlight>
              </a:rPr>
              <a:t>vied</a:t>
            </a:r>
            <a:r>
              <a:rPr lang="en-GB" sz="1400">
                <a:highlight>
                  <a:srgbClr val="000000"/>
                </a:highlight>
              </a:rPr>
              <a:t> </a:t>
            </a:r>
            <a:r>
              <a:rPr lang="en-GB" sz="1400"/>
              <a:t>at this day both by iea &amp; land, al which I haue faithfully gathered from diuers reuerend learned Authors, befides mine owne ipeciall practiie: with an addition containing a fhcrt treatiie for the more ipeedy cure of Lucs Venerea,now againe newly corrected and augmented,according to my feuerall pradlifes in theie yeeres, 1593. 15^4. and 1595. the which I leaue to be ceniuredby the wifedomes andiudgc- mentsof the learned and diicrcet Readers, not doubting of the great profit, which may ipecdily growe vnto thole, which with A 2 a</a:t>
            </a:r>
            <a:endParaRPr lang="en-GB" sz="1400" err="1"/>
          </a:p>
        </p:txBody>
      </p:sp>
      <p:sp>
        <p:nvSpPr>
          <p:cNvPr id="14" name="TextBox 13">
            <a:extLst>
              <a:ext uri="{FF2B5EF4-FFF2-40B4-BE49-F238E27FC236}">
                <a16:creationId xmlns:a16="http://schemas.microsoft.com/office/drawing/2014/main" id="{57E52D5D-190A-424E-DFBD-6E6EEEDC4C8D}"/>
              </a:ext>
            </a:extLst>
          </p:cNvPr>
          <p:cNvSpPr txBox="1"/>
          <p:nvPr/>
        </p:nvSpPr>
        <p:spPr>
          <a:xfrm>
            <a:off x="80919" y="6227065"/>
            <a:ext cx="4256411" cy="630936"/>
          </a:xfrm>
          <a:prstGeom prst="rect">
            <a:avLst/>
          </a:prstGeom>
          <a:noFill/>
          <a:ln w="19050">
            <a:noFill/>
            <a:miter lim="800000"/>
          </a:ln>
        </p:spPr>
        <p:txBody>
          <a:bodyPr wrap="none" lIns="0" tIns="0" rIns="0" bIns="0" rtlCol="0">
            <a:noAutofit/>
          </a:bodyPr>
          <a:lstStyle/>
          <a:p>
            <a:r>
              <a:rPr lang="en-GB" sz="800"/>
              <a:t>IIF manifest: </a:t>
            </a:r>
            <a:r>
              <a:rPr lang="en-GB" sz="800">
                <a:hlinkClick r:id="rId4"/>
              </a:rPr>
              <a:t>iiif.wellcomecollection.org/presentation/v2/b30343719</a:t>
            </a:r>
            <a:endParaRPr lang="en-GB" sz="800"/>
          </a:p>
          <a:p>
            <a:pPr algn="l"/>
            <a:r>
              <a:rPr lang="en-GB" sz="800"/>
              <a:t>Image: </a:t>
            </a:r>
            <a:r>
              <a:rPr lang="en-GB" sz="800">
                <a:hlinkClick r:id="rId5"/>
              </a:rPr>
              <a:t>https://wellcomecollection.org/works/s7sjuwds/items?canvas=11&amp;query=vnto</a:t>
            </a:r>
            <a:endParaRPr lang="en-GB" sz="800"/>
          </a:p>
          <a:p>
            <a:pPr algn="l"/>
            <a:r>
              <a:rPr lang="en-GB" sz="800"/>
              <a:t>Text: </a:t>
            </a:r>
            <a:r>
              <a:rPr lang="en-GB" sz="800">
                <a:hlinkClick r:id="rId6"/>
              </a:rPr>
              <a:t>https://api.wellcomecollection.org/text/v1/b30343719</a:t>
            </a:r>
            <a:endParaRPr lang="en-GB" sz="800"/>
          </a:p>
          <a:p>
            <a:pPr algn="l"/>
            <a:r>
              <a:rPr lang="en-GB" sz="800"/>
              <a:t>(Catalogue entry: </a:t>
            </a:r>
            <a:r>
              <a:rPr lang="en-GB" sz="800">
                <a:hlinkClick r:id="rId7"/>
              </a:rPr>
              <a:t>https://wellcomecollection.org/works/s7sjuwds</a:t>
            </a:r>
            <a:r>
              <a:rPr lang="en-GB" sz="800"/>
              <a:t>)</a:t>
            </a:r>
            <a:endParaRPr lang="en-GB" sz="800" err="1"/>
          </a:p>
        </p:txBody>
      </p:sp>
      <p:pic>
        <p:nvPicPr>
          <p:cNvPr id="18" name="Picture 17" descr="Screenshot of IIIF manifest for 1596 book, with link to plain text URL highlighted.">
            <a:extLst>
              <a:ext uri="{FF2B5EF4-FFF2-40B4-BE49-F238E27FC236}">
                <a16:creationId xmlns:a16="http://schemas.microsoft.com/office/drawing/2014/main" id="{9C15E065-9CC2-064E-2446-5E3A14D0C65E}"/>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879428" y="5254626"/>
            <a:ext cx="2357881" cy="814715"/>
          </a:xfrm>
          <a:prstGeom prst="rect">
            <a:avLst/>
          </a:prstGeom>
        </p:spPr>
      </p:pic>
      <p:cxnSp>
        <p:nvCxnSpPr>
          <p:cNvPr id="3" name="Straight Arrow Connector 2">
            <a:extLst>
              <a:ext uri="{FF2B5EF4-FFF2-40B4-BE49-F238E27FC236}">
                <a16:creationId xmlns:a16="http://schemas.microsoft.com/office/drawing/2014/main" id="{46C75A65-293F-147E-4746-A340875ED550}"/>
              </a:ext>
              <a:ext uri="{C183D7F6-B498-43B3-948B-1728B52AA6E4}">
                <adec:decorative xmlns:adec="http://schemas.microsoft.com/office/drawing/2017/decorative" val="1"/>
              </a:ext>
            </a:extLst>
          </p:cNvPr>
          <p:cNvCxnSpPr/>
          <p:nvPr/>
        </p:nvCxnSpPr>
        <p:spPr>
          <a:xfrm flipV="1">
            <a:off x="7053943" y="5380892"/>
            <a:ext cx="754871" cy="4376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8482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1659F79-053D-A858-BFC7-EE5556438DE1}"/>
              </a:ext>
            </a:extLst>
          </p:cNvPr>
          <p:cNvSpPr txBox="1">
            <a:spLocks noGrp="1"/>
          </p:cNvSpPr>
          <p:nvPr>
            <p:ph type="title" idx="4294967295"/>
          </p:nvPr>
        </p:nvSpPr>
        <p:spPr>
          <a:xfrm>
            <a:off x="90063" y="4590672"/>
            <a:ext cx="6142182" cy="1477328"/>
          </a:xfrm>
          <a:prstGeom prst="rect">
            <a:avLst/>
          </a:prstGeom>
          <a:noFill/>
          <a:ln w="19050">
            <a:noFill/>
            <a:prstDash/>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121212"/>
                </a:solidFill>
                <a:effectLst/>
                <a:uLnTx/>
                <a:uFillTx/>
                <a:latin typeface="Inter"/>
                <a:ea typeface="+mn-ea"/>
                <a:cs typeface="+mn-cs"/>
              </a:rPr>
              <a:t>Observations on the superior efficacy of the red Peruvian bark, in the cure of agues and other fevers : interspersed with occasional remarks on the treatment of other diseases by the same remedy / by William Saunders. 1782. Processed May 2019.</a:t>
            </a:r>
            <a:endParaRPr kumimoji="0" lang="en-GB" sz="1800" b="0" i="0" u="none" strike="noStrike" kern="1200" cap="none" spc="0" normalizeH="0" baseline="0" noProof="0">
              <a:ln>
                <a:noFill/>
              </a:ln>
              <a:solidFill>
                <a:schemeClr val="tx1"/>
              </a:solidFill>
              <a:effectLst/>
              <a:uLnTx/>
              <a:uFillTx/>
              <a:latin typeface="+mn-lt"/>
              <a:ea typeface="+mn-ea"/>
              <a:cs typeface="+mn-cs"/>
            </a:endParaRPr>
          </a:p>
        </p:txBody>
      </p:sp>
      <p:pic>
        <p:nvPicPr>
          <p:cNvPr id="5" name="Picture 4" descr="Screenshot of Wellcome's &quot;search within book&quot; interface, showing first page of Saunders' &quot;Observations on the superior efficacy of the red Peruvian bark&quot; (1782).">
            <a:extLst>
              <a:ext uri="{FF2B5EF4-FFF2-40B4-BE49-F238E27FC236}">
                <a16:creationId xmlns:a16="http://schemas.microsoft.com/office/drawing/2014/main" id="{339D18D9-4ABE-FF7C-7142-D3FCCEC213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1"/>
            <a:ext cx="8231123" cy="4470399"/>
          </a:xfrm>
          <a:prstGeom prst="rect">
            <a:avLst/>
          </a:prstGeom>
        </p:spPr>
      </p:pic>
      <p:sp>
        <p:nvSpPr>
          <p:cNvPr id="8" name="TextBox 7" descr="Digitised text from the 1782 book.">
            <a:extLst>
              <a:ext uri="{FF2B5EF4-FFF2-40B4-BE49-F238E27FC236}">
                <a16:creationId xmlns:a16="http://schemas.microsoft.com/office/drawing/2014/main" id="{89FBBC1C-D1CF-95CF-2F56-9A4824B63C97}"/>
              </a:ext>
            </a:extLst>
          </p:cNvPr>
          <p:cNvSpPr txBox="1"/>
          <p:nvPr/>
        </p:nvSpPr>
        <p:spPr>
          <a:xfrm>
            <a:off x="8395855" y="0"/>
            <a:ext cx="3643745" cy="3539430"/>
          </a:xfrm>
          <a:prstGeom prst="rect">
            <a:avLst/>
          </a:prstGeom>
          <a:noFill/>
          <a:ln w="19050">
            <a:solidFill>
              <a:schemeClr val="tx1"/>
            </a:solidFill>
            <a:miter lim="800000"/>
          </a:ln>
        </p:spPr>
        <p:txBody>
          <a:bodyPr wrap="square">
            <a:spAutoFit/>
          </a:bodyPr>
          <a:lstStyle/>
          <a:p>
            <a:r>
              <a:rPr lang="en-GB" sz="1400"/>
              <a:t>INTRODUCTION. â€˜ J â€˜ ' *â€œ* â€¢- Â« * * : V â€¢ â€˜ J* n * â€™ . â–  v * ,4 * v_ ' A f r JAM encouraged to undertake a Second Edition of this Treatife on the Red Bark, from the favourable manner in which the firf was received by the Public, and from the rapid Sale of a large imp ref ion in a few weeks* Phis Edition contains fill more ample tef-imonyy in favour of the dobirines and opinions I had laid down in the formerâ€¢ Such is now the evidence of the infallibility of the Red Bark in Intermittent Feversy as to \ ' * make it a fubjeB of the firf importance to the interefs and hafpinefs of mankind. The </a:t>
            </a:r>
          </a:p>
        </p:txBody>
      </p:sp>
      <p:sp>
        <p:nvSpPr>
          <p:cNvPr id="10" name="TextBox 9">
            <a:extLst>
              <a:ext uri="{FF2B5EF4-FFF2-40B4-BE49-F238E27FC236}">
                <a16:creationId xmlns:a16="http://schemas.microsoft.com/office/drawing/2014/main" id="{5683E9D4-05E9-B069-CC48-69A9D99DCE62}"/>
              </a:ext>
            </a:extLst>
          </p:cNvPr>
          <p:cNvSpPr txBox="1"/>
          <p:nvPr/>
        </p:nvSpPr>
        <p:spPr>
          <a:xfrm>
            <a:off x="90063" y="6227065"/>
            <a:ext cx="4256411" cy="630936"/>
          </a:xfrm>
          <a:prstGeom prst="rect">
            <a:avLst/>
          </a:prstGeom>
          <a:noFill/>
          <a:ln w="19050">
            <a:noFill/>
            <a:miter lim="800000"/>
          </a:ln>
        </p:spPr>
        <p:txBody>
          <a:bodyPr wrap="none" lIns="0" tIns="0" rIns="0" bIns="0" rtlCol="0">
            <a:noAutofit/>
          </a:bodyPr>
          <a:lstStyle/>
          <a:p>
            <a:r>
              <a:rPr lang="en-GB" sz="800"/>
              <a:t>IIF manifest: </a:t>
            </a:r>
            <a:r>
              <a:rPr lang="en-GB" sz="800">
                <a:hlinkClick r:id="rId4"/>
              </a:rPr>
              <a:t>iiif.wellcomecollection.org/presentation/v2/b30792411</a:t>
            </a:r>
            <a:endParaRPr lang="en-GB" sz="800"/>
          </a:p>
          <a:p>
            <a:pPr algn="l"/>
            <a:r>
              <a:rPr lang="en-GB" sz="800"/>
              <a:t>Image: </a:t>
            </a:r>
            <a:r>
              <a:rPr lang="en-GB" sz="800">
                <a:hlinkClick r:id="rId5"/>
              </a:rPr>
              <a:t>https://wellcomecollection.org/works/rsru9bj8/items?canvas=5&amp;query=bark</a:t>
            </a:r>
            <a:endParaRPr lang="en-GB" sz="800"/>
          </a:p>
          <a:p>
            <a:pPr algn="l"/>
            <a:r>
              <a:rPr lang="en-GB" sz="800"/>
              <a:t>Text: </a:t>
            </a:r>
            <a:r>
              <a:rPr lang="en-GB" sz="800">
                <a:hlinkClick r:id="rId6"/>
              </a:rPr>
              <a:t>https://api.wellcomecollection.org/text/v1/b30792411</a:t>
            </a:r>
            <a:endParaRPr lang="en-GB" sz="800"/>
          </a:p>
          <a:p>
            <a:pPr algn="l"/>
            <a:r>
              <a:rPr lang="en-GB" sz="800"/>
              <a:t>(Catalogue entry: </a:t>
            </a:r>
            <a:r>
              <a:rPr lang="en-GB" sz="800">
                <a:hlinkClick r:id="rId7"/>
              </a:rPr>
              <a:t>https://wellcomecollection.org/works/rsru9bj8</a:t>
            </a:r>
            <a:r>
              <a:rPr lang="en-GB" sz="800"/>
              <a:t>)</a:t>
            </a:r>
            <a:endParaRPr lang="en-GB" sz="800" err="1"/>
          </a:p>
        </p:txBody>
      </p:sp>
    </p:spTree>
    <p:extLst>
      <p:ext uri="{BB962C8B-B14F-4D97-AF65-F5344CB8AC3E}">
        <p14:creationId xmlns:p14="http://schemas.microsoft.com/office/powerpoint/2010/main" val="3300103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834C2D2-13B5-6058-D9F8-E6B2F5FF746F}"/>
              </a:ext>
            </a:extLst>
          </p:cNvPr>
          <p:cNvSpPr txBox="1">
            <a:spLocks noGrp="1"/>
          </p:cNvSpPr>
          <p:nvPr>
            <p:ph type="title" idx="4294967295"/>
          </p:nvPr>
        </p:nvSpPr>
        <p:spPr>
          <a:xfrm>
            <a:off x="0" y="4724370"/>
            <a:ext cx="6100618" cy="646331"/>
          </a:xfrm>
          <a:prstGeom prst="rect">
            <a:avLst/>
          </a:prstGeom>
          <a:noFill/>
          <a:ln w="19050">
            <a:noFill/>
            <a:prstDash/>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GB" sz="1800" b="0" i="0" u="none" strike="noStrike" kern="1200" cap="none" spc="0" normalizeH="0" baseline="0" noProof="0">
                <a:ln>
                  <a:noFill/>
                </a:ln>
                <a:solidFill>
                  <a:schemeClr val="tx1"/>
                </a:solidFill>
                <a:effectLst/>
                <a:uLnTx/>
                <a:uFillTx/>
                <a:latin typeface="+mn-lt"/>
                <a:ea typeface="+mn-ea"/>
                <a:cs typeface="+mn-cs"/>
              </a:rPr>
            </a:br>
            <a:r>
              <a:rPr kumimoji="0" lang="en-GB" sz="1800" b="1" i="0" u="none" strike="noStrike" kern="1200" cap="none" spc="0" normalizeH="0" baseline="0" noProof="0">
                <a:ln>
                  <a:noFill/>
                </a:ln>
                <a:solidFill>
                  <a:srgbClr val="121212"/>
                </a:solidFill>
                <a:effectLst/>
                <a:uLnTx/>
                <a:uFillTx/>
                <a:latin typeface="Inter"/>
                <a:ea typeface="+mn-ea"/>
                <a:cs typeface="+mn-cs"/>
              </a:rPr>
              <a:t>Syphilis / by Alfred Cooper. 1895. Processed August 2015.</a:t>
            </a:r>
            <a:endParaRPr kumimoji="0" lang="en-GB" sz="1800" b="0" i="0" u="none" strike="noStrike" kern="1200" cap="none" spc="0" normalizeH="0" baseline="0" noProof="0">
              <a:ln>
                <a:noFill/>
              </a:ln>
              <a:solidFill>
                <a:schemeClr val="tx1"/>
              </a:solidFill>
              <a:effectLst/>
              <a:uLnTx/>
              <a:uFillTx/>
              <a:latin typeface="+mn-lt"/>
              <a:ea typeface="+mn-ea"/>
              <a:cs typeface="+mn-cs"/>
            </a:endParaRPr>
          </a:p>
        </p:txBody>
      </p:sp>
      <p:pic>
        <p:nvPicPr>
          <p:cNvPr id="5" name="Picture 4" descr="Screenshot of Wellcome's &quot;search within book&quot; interface, showing first page of Cooper's &quot;Syphilis&quot; (1895).">
            <a:extLst>
              <a:ext uri="{FF2B5EF4-FFF2-40B4-BE49-F238E27FC236}">
                <a16:creationId xmlns:a16="http://schemas.microsoft.com/office/drawing/2014/main" id="{0D680036-4276-77F5-7044-74C17C0E267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7368475" cy="4774019"/>
          </a:xfrm>
          <a:prstGeom prst="rect">
            <a:avLst/>
          </a:prstGeom>
        </p:spPr>
      </p:pic>
      <p:sp>
        <p:nvSpPr>
          <p:cNvPr id="10" name="TextBox 9" descr="Screenshot of digitised text from 1895 book.">
            <a:extLst>
              <a:ext uri="{FF2B5EF4-FFF2-40B4-BE49-F238E27FC236}">
                <a16:creationId xmlns:a16="http://schemas.microsoft.com/office/drawing/2014/main" id="{E88C4952-6AD8-7764-2273-10976F49178B}"/>
              </a:ext>
            </a:extLst>
          </p:cNvPr>
          <p:cNvSpPr txBox="1"/>
          <p:nvPr/>
        </p:nvSpPr>
        <p:spPr>
          <a:xfrm>
            <a:off x="7536226" y="0"/>
            <a:ext cx="4507989" cy="5047536"/>
          </a:xfrm>
          <a:prstGeom prst="rect">
            <a:avLst/>
          </a:prstGeom>
          <a:noFill/>
          <a:ln w="19050">
            <a:solidFill>
              <a:schemeClr val="tx1"/>
            </a:solidFill>
            <a:miter lim="800000"/>
          </a:ln>
        </p:spPr>
        <p:txBody>
          <a:bodyPr wrap="square">
            <a:spAutoFit/>
          </a:bodyPr>
          <a:lstStyle/>
          <a:p>
            <a:r>
              <a:rPr lang="en-GB" sz="1400"/>
              <a:t>CHAPTEE I, HISTORICAL INTEODUCTIOISr. In examining the writings of authors from an early period down to comparatively modern times, for the purpose of discovering whether they contain any statements which may justly be held to refer to syphilis, we come to a time which, certainly so far as Europe is concerned, forms an epoch, if not a starting-point, in the history of this complaint. From causes which will be presently discussed, the last decade of the fifteenth century is the period from which a definite history of syphilis commences, and the correctness of this statement is quite inde- pendent of the question as to whether or not syphilis was an absolutely new disease in Europe, at the time when it appeared in so virulent and striking a form. The controversies which have raged on this lattei^ question have assumed enormous dimensions, but no generally accepted decision has been arrived at, though it would appear that the balance of proba- bility is strongly in favour of one rather than of the other view. There is no doubt that a severe epidemic of un- mistakable syphilis raged in Europe about the year</a:t>
            </a:r>
          </a:p>
        </p:txBody>
      </p:sp>
      <p:sp>
        <p:nvSpPr>
          <p:cNvPr id="8" name="TextBox 7">
            <a:extLst>
              <a:ext uri="{FF2B5EF4-FFF2-40B4-BE49-F238E27FC236}">
                <a16:creationId xmlns:a16="http://schemas.microsoft.com/office/drawing/2014/main" id="{1C15B709-993F-C9FC-5247-70FB2DD6C94D}"/>
              </a:ext>
            </a:extLst>
          </p:cNvPr>
          <p:cNvSpPr txBox="1"/>
          <p:nvPr/>
        </p:nvSpPr>
        <p:spPr>
          <a:xfrm>
            <a:off x="90063" y="6227065"/>
            <a:ext cx="4256411" cy="630936"/>
          </a:xfrm>
          <a:prstGeom prst="rect">
            <a:avLst/>
          </a:prstGeom>
          <a:noFill/>
          <a:ln w="19050">
            <a:noFill/>
            <a:miter lim="800000"/>
          </a:ln>
        </p:spPr>
        <p:txBody>
          <a:bodyPr wrap="none" lIns="0" tIns="0" rIns="0" bIns="0" rtlCol="0">
            <a:noAutofit/>
          </a:bodyPr>
          <a:lstStyle/>
          <a:p>
            <a:r>
              <a:rPr lang="en-GB" sz="800"/>
              <a:t>IIF manifest: </a:t>
            </a:r>
            <a:r>
              <a:rPr lang="en-GB" sz="800">
                <a:hlinkClick r:id="rId4"/>
              </a:rPr>
              <a:t>https://iiif.wellcomecollection.org/presentation/v2/b21047340</a:t>
            </a:r>
            <a:endParaRPr lang="en-GB" sz="800"/>
          </a:p>
          <a:p>
            <a:pPr algn="l"/>
            <a:r>
              <a:rPr lang="en-GB" sz="800"/>
              <a:t>Image: </a:t>
            </a:r>
            <a:r>
              <a:rPr lang="en-GB" sz="800">
                <a:hlinkClick r:id="rId5"/>
              </a:rPr>
              <a:t>https://wellcomecollection.org/works/tj4sgmq8/items?canvas=29&amp;query=syphilis</a:t>
            </a:r>
            <a:endParaRPr lang="en-GB" sz="800"/>
          </a:p>
          <a:p>
            <a:pPr algn="l"/>
            <a:r>
              <a:rPr lang="en-GB" sz="800"/>
              <a:t>Text: </a:t>
            </a:r>
            <a:r>
              <a:rPr lang="en-GB" sz="800">
                <a:hlinkClick r:id="rId6"/>
              </a:rPr>
              <a:t>api.wellcomecollection.org/text/v1/b21047340</a:t>
            </a:r>
            <a:endParaRPr lang="en-GB" sz="800"/>
          </a:p>
          <a:p>
            <a:pPr algn="l"/>
            <a:r>
              <a:rPr lang="en-GB" sz="800"/>
              <a:t>(Catalogue entry: </a:t>
            </a:r>
            <a:r>
              <a:rPr lang="en-GB" sz="800">
                <a:hlinkClick r:id="rId7"/>
              </a:rPr>
              <a:t>https://wellcomecollection.org/works/tj4sgmq8</a:t>
            </a:r>
            <a:r>
              <a:rPr lang="en-GB" sz="800"/>
              <a:t>)</a:t>
            </a:r>
            <a:endParaRPr lang="en-GB" sz="800" err="1"/>
          </a:p>
        </p:txBody>
      </p:sp>
    </p:spTree>
    <p:extLst>
      <p:ext uri="{BB962C8B-B14F-4D97-AF65-F5344CB8AC3E}">
        <p14:creationId xmlns:p14="http://schemas.microsoft.com/office/powerpoint/2010/main" val="3197251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09C21B-CD3B-C071-1D00-82074427BEB9}"/>
              </a:ext>
            </a:extLst>
          </p:cNvPr>
          <p:cNvSpPr>
            <a:spLocks noGrp="1"/>
          </p:cNvSpPr>
          <p:nvPr>
            <p:ph type="title" idx="4294967295"/>
          </p:nvPr>
        </p:nvSpPr>
        <p:spPr>
          <a:xfrm>
            <a:off x="568325" y="-1094853"/>
            <a:ext cx="8788400" cy="1094853"/>
          </a:xfrm>
        </p:spPr>
        <p:txBody>
          <a:bodyPr vert="horz" lIns="0" tIns="0" rIns="0" bIns="0" rtlCol="0" anchor="b" anchorCtr="0">
            <a:noAutofit/>
          </a:bodyPr>
          <a:lstStyle/>
          <a:p>
            <a:r>
              <a:rPr lang="en-GB"/>
              <a:t>Typhus texts per Year</a:t>
            </a:r>
          </a:p>
        </p:txBody>
      </p:sp>
      <p:graphicFrame>
        <p:nvGraphicFramePr>
          <p:cNvPr id="4" name="Chart 3" descr="Bar graph of typhus-related texts by publication year, running from 1775 to 1829. There is a peak from 1817 to 1820, but the highest number of publications in a single year is 7.">
            <a:extLst>
              <a:ext uri="{FF2B5EF4-FFF2-40B4-BE49-F238E27FC236}">
                <a16:creationId xmlns:a16="http://schemas.microsoft.com/office/drawing/2014/main" id="{31FE14F7-17DD-6E27-79CB-C1839794DD15}"/>
              </a:ext>
            </a:extLst>
          </p:cNvPr>
          <p:cNvGraphicFramePr>
            <a:graphicFrameLocks/>
          </p:cNvGraphicFramePr>
          <p:nvPr>
            <p:extLst>
              <p:ext uri="{D42A27DB-BD31-4B8C-83A1-F6EECF244321}">
                <p14:modId xmlns:p14="http://schemas.microsoft.com/office/powerpoint/2010/main" val="1592058865"/>
              </p:ext>
            </p:extLst>
          </p:nvPr>
        </p:nvGraphicFramePr>
        <p:xfrm>
          <a:off x="248651" y="284162"/>
          <a:ext cx="11356411" cy="59871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71837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DDC1-1451-AFFD-F804-834E31730F3C}"/>
              </a:ext>
            </a:extLst>
          </p:cNvPr>
          <p:cNvSpPr>
            <a:spLocks noGrp="1"/>
          </p:cNvSpPr>
          <p:nvPr>
            <p:ph type="title" idx="4294967295"/>
          </p:nvPr>
        </p:nvSpPr>
        <p:spPr>
          <a:xfrm>
            <a:off x="568325" y="-1094853"/>
            <a:ext cx="8788400" cy="1094853"/>
          </a:xfrm>
        </p:spPr>
        <p:txBody>
          <a:bodyPr vert="horz" lIns="0" tIns="0" rIns="0" bIns="0" rtlCol="0" anchor="b" anchorCtr="0">
            <a:noAutofit/>
          </a:bodyPr>
          <a:lstStyle/>
          <a:p>
            <a:r>
              <a:rPr lang="en-GB"/>
              <a:t>Word Counts</a:t>
            </a:r>
          </a:p>
        </p:txBody>
      </p:sp>
      <p:graphicFrame>
        <p:nvGraphicFramePr>
          <p:cNvPr id="6" name="Chart 5" descr="Line graph of word counts of books in the corpus. There is a sharp rise from roughly 75000 to 150000 words.">
            <a:extLst>
              <a:ext uri="{FF2B5EF4-FFF2-40B4-BE49-F238E27FC236}">
                <a16:creationId xmlns:a16="http://schemas.microsoft.com/office/drawing/2014/main" id="{F8675680-7C7C-E86F-3CEB-2012E0D23403}"/>
              </a:ext>
            </a:extLst>
          </p:cNvPr>
          <p:cNvGraphicFramePr>
            <a:graphicFrameLocks/>
          </p:cNvGraphicFramePr>
          <p:nvPr>
            <p:extLst>
              <p:ext uri="{D42A27DB-BD31-4B8C-83A1-F6EECF244321}">
                <p14:modId xmlns:p14="http://schemas.microsoft.com/office/powerpoint/2010/main" val="68061863"/>
              </p:ext>
            </p:extLst>
          </p:nvPr>
        </p:nvGraphicFramePr>
        <p:xfrm>
          <a:off x="296778" y="0"/>
          <a:ext cx="11895221" cy="57430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03863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D158E0-CDFF-CBDA-FD3D-236FCE26763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7304" y="1790604"/>
            <a:ext cx="11457391" cy="3276791"/>
          </a:xfrm>
          <a:prstGeom prst="rect">
            <a:avLst/>
          </a:prstGeom>
        </p:spPr>
      </p:pic>
      <p:sp>
        <p:nvSpPr>
          <p:cNvPr id="3" name="Title 2">
            <a:extLst>
              <a:ext uri="{FF2B5EF4-FFF2-40B4-BE49-F238E27FC236}">
                <a16:creationId xmlns:a16="http://schemas.microsoft.com/office/drawing/2014/main" id="{C1D33860-14A1-A82F-6A38-DF8500EE070A}"/>
              </a:ext>
            </a:extLst>
          </p:cNvPr>
          <p:cNvSpPr txBox="1">
            <a:spLocks noGrp="1"/>
          </p:cNvSpPr>
          <p:nvPr>
            <p:ph type="title" idx="4294967295"/>
          </p:nvPr>
        </p:nvSpPr>
        <p:spPr>
          <a:xfrm>
            <a:off x="-2875" y="6488668"/>
            <a:ext cx="6098874" cy="369332"/>
          </a:xfrm>
          <a:prstGeom prst="rect">
            <a:avLst/>
          </a:prstGeom>
          <a:noFill/>
          <a:ln w="19050">
            <a:noFill/>
            <a:prstDash/>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chemeClr val="tx1"/>
                </a:solidFill>
                <a:effectLst/>
                <a:uLnTx/>
                <a:uFillTx/>
                <a:latin typeface="+mn-lt"/>
                <a:ea typeface="+mn-ea"/>
                <a:cs typeface="+mn-cs"/>
                <a:hlinkClick r:id="rId4"/>
              </a:rPr>
              <a:t>Voyant Tools</a:t>
            </a:r>
            <a:endParaRPr kumimoji="0" lang="en-GB" sz="18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357353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D8ABBD4D-AF6C-47AA-EB6C-6F5495ED67FA}"/>
              </a:ext>
              <a:ext uri="{C183D7F6-B498-43B3-948B-1728B52AA6E4}">
                <adec:decorative xmlns:adec="http://schemas.microsoft.com/office/drawing/2017/decorative" val="1"/>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BCCBAA23-7A7E-2E3F-4EF5-146E66F940AB}"/>
              </a:ext>
            </a:extLst>
          </p:cNvPr>
          <p:cNvSpPr>
            <a:spLocks noGrp="1"/>
          </p:cNvSpPr>
          <p:nvPr>
            <p:ph type="title"/>
          </p:nvPr>
        </p:nvSpPr>
        <p:spPr/>
        <p:txBody>
          <a:bodyPr/>
          <a:lstStyle/>
          <a:p>
            <a:r>
              <a:rPr lang="en-GB"/>
              <a:t>Exercise: Suitable themes or questions</a:t>
            </a:r>
            <a:endParaRPr lang="ar-SA" dirty="0"/>
          </a:p>
        </p:txBody>
      </p:sp>
    </p:spTree>
    <p:extLst>
      <p:ext uri="{BB962C8B-B14F-4D97-AF65-F5344CB8AC3E}">
        <p14:creationId xmlns:p14="http://schemas.microsoft.com/office/powerpoint/2010/main" val="1225073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What makes a good question/theme?</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a:xfrm>
            <a:off x="566738" y="1690688"/>
            <a:ext cx="11056938" cy="5474598"/>
          </a:xfrm>
        </p:spPr>
        <p:txBody>
          <a:bodyPr/>
          <a:lstStyle/>
          <a:p>
            <a:pPr marL="285750" indent="-285750">
              <a:buFont typeface="Arial" panose="020B0604020202020204" pitchFamily="34" charset="0"/>
              <a:buChar char="•"/>
            </a:pPr>
            <a:r>
              <a:rPr lang="en-GB" sz="2800"/>
              <a:t>Does not fit comfortably into the catalogue’s taxonomy</a:t>
            </a:r>
          </a:p>
          <a:p>
            <a:pPr marL="285750" indent="-285750">
              <a:buFont typeface="Arial" panose="020B0604020202020204" pitchFamily="34" charset="0"/>
              <a:buChar char="•"/>
            </a:pPr>
            <a:r>
              <a:rPr lang="en-GB" sz="2800"/>
              <a:t>Not easily addressed by keyword search</a:t>
            </a:r>
          </a:p>
          <a:p>
            <a:pPr marL="285750" indent="-285750">
              <a:buFont typeface="Arial" panose="020B0604020202020204" pitchFamily="34" charset="0"/>
              <a:buChar char="•"/>
            </a:pPr>
            <a:r>
              <a:rPr lang="en-GB" sz="2800"/>
              <a:t>Fragmentary passages</a:t>
            </a:r>
          </a:p>
          <a:p>
            <a:pPr marL="555625" lvl="2" indent="-285750">
              <a:buFont typeface="Arial" panose="020B0604020202020204" pitchFamily="34" charset="0"/>
              <a:buChar char="•"/>
            </a:pPr>
            <a:r>
              <a:rPr lang="en-GB" sz="2800"/>
              <a:t>Not something that is likely to be main subject of a book</a:t>
            </a:r>
          </a:p>
          <a:p>
            <a:pPr marL="555625" lvl="2" indent="-285750">
              <a:buFont typeface="Arial" panose="020B0604020202020204" pitchFamily="34" charset="0"/>
              <a:buChar char="•"/>
            </a:pPr>
            <a:r>
              <a:rPr lang="en-GB" sz="2800"/>
              <a:t>Or likely to be a lot of material that is not main subject</a:t>
            </a:r>
          </a:p>
          <a:p>
            <a:pPr marL="285750" indent="-285750">
              <a:buFont typeface="Arial" panose="020B0604020202020204" pitchFamily="34" charset="0"/>
              <a:buChar char="•"/>
            </a:pPr>
            <a:r>
              <a:rPr lang="en-GB" sz="2800"/>
              <a:t>Benefits from many small examples, e.g. word senses</a:t>
            </a:r>
          </a:p>
          <a:p>
            <a:pPr marL="285750" indent="-285750">
              <a:buFont typeface="Arial" panose="020B0604020202020204" pitchFamily="34" charset="0"/>
              <a:buChar char="•"/>
            </a:pPr>
            <a:r>
              <a:rPr lang="en-GB" sz="2800"/>
              <a:t>Well studied -- helps with evaluating results</a:t>
            </a:r>
          </a:p>
          <a:p>
            <a:pPr marL="285750" indent="-285750">
              <a:buFont typeface="Arial" panose="020B0604020202020204" pitchFamily="34" charset="0"/>
              <a:buChar char="•"/>
            </a:pPr>
            <a:r>
              <a:rPr lang="en-GB" sz="2800"/>
              <a:t>Interesting for you &amp; for Wellcome</a:t>
            </a:r>
          </a:p>
          <a:p>
            <a:pPr marL="285750" indent="-285750">
              <a:buFont typeface="Arial" panose="020B0604020202020204" pitchFamily="34" charset="0"/>
              <a:buChar char="•"/>
            </a:pPr>
            <a:endParaRPr lang="en-GB" sz="2800"/>
          </a:p>
        </p:txBody>
      </p:sp>
    </p:spTree>
    <p:extLst>
      <p:ext uri="{BB962C8B-B14F-4D97-AF65-F5344CB8AC3E}">
        <p14:creationId xmlns:p14="http://schemas.microsoft.com/office/powerpoint/2010/main" val="3221448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87A1-63BB-9364-17A6-7E39FE5BCF9F}"/>
              </a:ext>
            </a:extLst>
          </p:cNvPr>
          <p:cNvSpPr>
            <a:spLocks noGrp="1"/>
          </p:cNvSpPr>
          <p:nvPr>
            <p:ph type="title"/>
          </p:nvPr>
        </p:nvSpPr>
        <p:spPr>
          <a:xfrm>
            <a:off x="568324" y="595835"/>
            <a:ext cx="11263457" cy="1094853"/>
          </a:xfrm>
        </p:spPr>
        <p:txBody>
          <a:bodyPr/>
          <a:lstStyle/>
          <a:p>
            <a:r>
              <a:rPr lang="en-GB" sz="4400"/>
              <a:t>EG 1: Regular writing about charlatans</a:t>
            </a:r>
            <a:br>
              <a:rPr lang="en-GB" sz="4400"/>
            </a:br>
            <a:endParaRPr lang="en-GB" sz="4400"/>
          </a:p>
        </p:txBody>
      </p:sp>
      <p:sp>
        <p:nvSpPr>
          <p:cNvPr id="4" name="Content Placeholder 3">
            <a:extLst>
              <a:ext uri="{FF2B5EF4-FFF2-40B4-BE49-F238E27FC236}">
                <a16:creationId xmlns:a16="http://schemas.microsoft.com/office/drawing/2014/main" id="{9B318678-06D5-23E3-9F65-3B32205FA5EF}"/>
              </a:ext>
            </a:extLst>
          </p:cNvPr>
          <p:cNvSpPr>
            <a:spLocks noGrp="1"/>
          </p:cNvSpPr>
          <p:nvPr>
            <p:ph idx="1"/>
          </p:nvPr>
        </p:nvSpPr>
        <p:spPr>
          <a:xfrm>
            <a:off x="568324" y="1690688"/>
            <a:ext cx="11056938" cy="4091195"/>
          </a:xfrm>
        </p:spPr>
        <p:txBody>
          <a:bodyPr/>
          <a:lstStyle/>
          <a:p>
            <a:pPr marL="457200" indent="-457200">
              <a:buFont typeface="Arial" panose="020B0604020202020204" pitchFamily="34" charset="0"/>
              <a:buChar char="•"/>
            </a:pPr>
            <a:r>
              <a:rPr lang="en-GB" sz="2800"/>
              <a:t>Initial corpus: Medical treatises by regulars</a:t>
            </a:r>
          </a:p>
          <a:p>
            <a:pPr marL="457200" indent="-457200">
              <a:buFont typeface="Arial" panose="020B0604020202020204" pitchFamily="34" charset="0"/>
              <a:buChar char="•"/>
            </a:pPr>
            <a:r>
              <a:rPr lang="en-GB" sz="2800"/>
              <a:t>Justification</a:t>
            </a:r>
          </a:p>
          <a:p>
            <a:pPr marL="727075" lvl="2" indent="-457200">
              <a:buFont typeface="Arial" panose="020B0604020202020204" pitchFamily="34" charset="0"/>
              <a:buChar char="•"/>
            </a:pPr>
            <a:r>
              <a:rPr lang="en-GB" sz="2800"/>
              <a:t>Metadata only identifies texts that primarily about charlatans</a:t>
            </a:r>
          </a:p>
          <a:p>
            <a:pPr marL="727075" lvl="2" indent="-457200">
              <a:buFont typeface="Arial" panose="020B0604020202020204" pitchFamily="34" charset="0"/>
              <a:buChar char="•"/>
            </a:pPr>
            <a:r>
              <a:rPr lang="en-GB" sz="2800"/>
              <a:t>Scattered, sometimes lengthly, references are likely</a:t>
            </a:r>
          </a:p>
          <a:p>
            <a:pPr marL="457200" lvl="1" indent="-457200">
              <a:buFont typeface="Arial" panose="020B0604020202020204" pitchFamily="34" charset="0"/>
              <a:buChar char="•"/>
            </a:pPr>
            <a:r>
              <a:rPr lang="en-GB" sz="2800" b="0"/>
              <a:t>Relates to: power structures &amp; authority, everyone’s experience of health</a:t>
            </a:r>
          </a:p>
          <a:p>
            <a:pPr marL="457200" lvl="1" indent="-457200">
              <a:buFont typeface="Arial" panose="020B0604020202020204" pitchFamily="34" charset="0"/>
              <a:buChar char="•"/>
            </a:pPr>
            <a:endParaRPr lang="en-GB" sz="2800" b="0"/>
          </a:p>
          <a:p>
            <a:pPr lvl="1"/>
            <a:r>
              <a:rPr lang="en-GB" sz="2800" b="0"/>
              <a:t>Could expand into more general “regulars &amp; irregulars”</a:t>
            </a:r>
          </a:p>
        </p:txBody>
      </p:sp>
    </p:spTree>
    <p:extLst>
      <p:ext uri="{BB962C8B-B14F-4D97-AF65-F5344CB8AC3E}">
        <p14:creationId xmlns:p14="http://schemas.microsoft.com/office/powerpoint/2010/main" val="4220081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87A1-63BB-9364-17A6-7E39FE5BCF9F}"/>
              </a:ext>
            </a:extLst>
          </p:cNvPr>
          <p:cNvSpPr>
            <a:spLocks noGrp="1"/>
          </p:cNvSpPr>
          <p:nvPr>
            <p:ph type="title"/>
          </p:nvPr>
        </p:nvSpPr>
        <p:spPr>
          <a:xfrm>
            <a:off x="568324" y="595835"/>
            <a:ext cx="11263457" cy="1094853"/>
          </a:xfrm>
        </p:spPr>
        <p:txBody>
          <a:bodyPr/>
          <a:lstStyle/>
          <a:p>
            <a:r>
              <a:rPr lang="en-GB" sz="4400"/>
              <a:t>EG 2: The concept of “typhus”</a:t>
            </a:r>
          </a:p>
        </p:txBody>
      </p:sp>
      <p:sp>
        <p:nvSpPr>
          <p:cNvPr id="4" name="Content Placeholder 3">
            <a:extLst>
              <a:ext uri="{FF2B5EF4-FFF2-40B4-BE49-F238E27FC236}">
                <a16:creationId xmlns:a16="http://schemas.microsoft.com/office/drawing/2014/main" id="{9B318678-06D5-23E3-9F65-3B32205FA5EF}"/>
              </a:ext>
            </a:extLst>
          </p:cNvPr>
          <p:cNvSpPr>
            <a:spLocks noGrp="1"/>
          </p:cNvSpPr>
          <p:nvPr>
            <p:ph idx="1"/>
          </p:nvPr>
        </p:nvSpPr>
        <p:spPr>
          <a:xfrm>
            <a:off x="568324" y="1977887"/>
            <a:ext cx="11056938" cy="4085496"/>
          </a:xfrm>
        </p:spPr>
        <p:txBody>
          <a:bodyPr/>
          <a:lstStyle/>
          <a:p>
            <a:pPr marL="457200" indent="-457200">
              <a:buFont typeface="Arial" panose="020B0604020202020204" pitchFamily="34" charset="0"/>
              <a:buChar char="•"/>
            </a:pPr>
            <a:r>
              <a:rPr lang="en-GB" sz="2800"/>
              <a:t>Initial corpus: Medical dictionaries, nosological texts</a:t>
            </a:r>
          </a:p>
          <a:p>
            <a:pPr marL="457200" indent="-457200">
              <a:buFont typeface="Arial" panose="020B0604020202020204" pitchFamily="34" charset="0"/>
              <a:buChar char="•"/>
            </a:pPr>
            <a:r>
              <a:rPr lang="en-GB" sz="2800"/>
              <a:t>Justification</a:t>
            </a:r>
          </a:p>
          <a:p>
            <a:pPr marL="727075" lvl="2" indent="-457200">
              <a:buFont typeface="Arial" panose="020B0604020202020204" pitchFamily="34" charset="0"/>
              <a:buChar char="•"/>
            </a:pPr>
            <a:r>
              <a:rPr lang="en-GB" sz="2800"/>
              <a:t>Wide range of examples for sense-making</a:t>
            </a:r>
          </a:p>
          <a:p>
            <a:pPr marL="727075" lvl="2" indent="-457200">
              <a:buFont typeface="Arial" panose="020B0604020202020204" pitchFamily="34" charset="0"/>
              <a:buChar char="•"/>
            </a:pPr>
            <a:r>
              <a:rPr lang="en-GB" sz="2800"/>
              <a:t>Potentially vagueness in reference to “typhus”</a:t>
            </a:r>
          </a:p>
          <a:p>
            <a:pPr marL="457200" lvl="1" indent="-457200">
              <a:buFont typeface="Arial" panose="020B0604020202020204" pitchFamily="34" charset="0"/>
              <a:buChar char="•"/>
            </a:pPr>
            <a:r>
              <a:rPr lang="en-GB" sz="2800" b="0"/>
              <a:t>Relates to: Power structures &amp; authority, everyone’s experience of health, infectious disease, climate &amp; health</a:t>
            </a:r>
          </a:p>
          <a:p>
            <a:pPr marL="457200" lvl="1" indent="-457200">
              <a:buFont typeface="Arial" panose="020B0604020202020204" pitchFamily="34" charset="0"/>
              <a:buChar char="•"/>
            </a:pPr>
            <a:endParaRPr lang="en-GB" sz="2800" b="0"/>
          </a:p>
          <a:p>
            <a:pPr lvl="1"/>
            <a:r>
              <a:rPr lang="en-GB" sz="2800" b="0"/>
              <a:t>Could pick many “concept of...” alternatives to typhus here</a:t>
            </a:r>
          </a:p>
        </p:txBody>
      </p:sp>
    </p:spTree>
    <p:extLst>
      <p:ext uri="{BB962C8B-B14F-4D97-AF65-F5344CB8AC3E}">
        <p14:creationId xmlns:p14="http://schemas.microsoft.com/office/powerpoint/2010/main" val="3063458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04FF1-018C-DD33-0CA8-0CF39BCD44A8}"/>
              </a:ext>
            </a:extLst>
          </p:cNvPr>
          <p:cNvSpPr>
            <a:spLocks noGrp="1"/>
          </p:cNvSpPr>
          <p:nvPr>
            <p:ph type="title"/>
          </p:nvPr>
        </p:nvSpPr>
        <p:spPr/>
        <p:txBody>
          <a:bodyPr/>
          <a:lstStyle/>
          <a:p>
            <a:r>
              <a:rPr lang="en-GB"/>
              <a:t>EG 3: Bad air</a:t>
            </a:r>
          </a:p>
        </p:txBody>
      </p:sp>
      <p:sp>
        <p:nvSpPr>
          <p:cNvPr id="3" name="Content Placeholder 2">
            <a:extLst>
              <a:ext uri="{FF2B5EF4-FFF2-40B4-BE49-F238E27FC236}">
                <a16:creationId xmlns:a16="http://schemas.microsoft.com/office/drawing/2014/main" id="{7CCE30D8-6F55-09A2-B2FD-85E9B9BD6F05}"/>
              </a:ext>
            </a:extLst>
          </p:cNvPr>
          <p:cNvSpPr>
            <a:spLocks noGrp="1"/>
          </p:cNvSpPr>
          <p:nvPr>
            <p:ph idx="1"/>
          </p:nvPr>
        </p:nvSpPr>
        <p:spPr/>
        <p:txBody>
          <a:bodyPr/>
          <a:lstStyle/>
          <a:p>
            <a:pPr marL="457200" indent="-457200">
              <a:buFont typeface="Arial" panose="020B0604020202020204" pitchFamily="34" charset="0"/>
              <a:buChar char="•"/>
            </a:pPr>
            <a:r>
              <a:rPr lang="en-GB" sz="2800"/>
              <a:t>Initial corpus: Texts about spread/causation of disease in general.</a:t>
            </a:r>
          </a:p>
          <a:p>
            <a:pPr marL="457200" indent="-457200">
              <a:buFont typeface="Arial" panose="020B0604020202020204" pitchFamily="34" charset="0"/>
              <a:buChar char="•"/>
            </a:pPr>
            <a:r>
              <a:rPr lang="en-GB" sz="2800"/>
              <a:t>Justification:</a:t>
            </a:r>
          </a:p>
          <a:p>
            <a:pPr marL="727075" lvl="2" indent="-457200">
              <a:buFont typeface="Arial" panose="020B0604020202020204" pitchFamily="34" charset="0"/>
              <a:buChar char="•"/>
            </a:pPr>
            <a:r>
              <a:rPr lang="en-GB" sz="2800"/>
              <a:t>Likely referenced a lot in texts primarily about something else</a:t>
            </a:r>
          </a:p>
          <a:p>
            <a:pPr marL="727075" lvl="2" indent="-457200">
              <a:buFont typeface="Arial" panose="020B0604020202020204" pitchFamily="34" charset="0"/>
              <a:buChar char="•"/>
            </a:pPr>
            <a:r>
              <a:rPr lang="en-GB" sz="2800"/>
              <a:t>Probably well studied</a:t>
            </a:r>
          </a:p>
          <a:p>
            <a:pPr marL="457200" indent="-457200">
              <a:buFont typeface="Arial" panose="020B0604020202020204" pitchFamily="34" charset="0"/>
              <a:buChar char="•"/>
            </a:pPr>
            <a:r>
              <a:rPr lang="en-GB" sz="2800"/>
              <a:t>Relates to: Climate, infectious disease</a:t>
            </a:r>
          </a:p>
          <a:p>
            <a:endParaRPr lang="en-GB" sz="2800"/>
          </a:p>
        </p:txBody>
      </p:sp>
    </p:spTree>
    <p:extLst>
      <p:ext uri="{BB962C8B-B14F-4D97-AF65-F5344CB8AC3E}">
        <p14:creationId xmlns:p14="http://schemas.microsoft.com/office/powerpoint/2010/main" val="1649344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BE57-C589-B859-093F-17B218670C5D}"/>
              </a:ext>
            </a:extLst>
          </p:cNvPr>
          <p:cNvSpPr>
            <a:spLocks noGrp="1"/>
          </p:cNvSpPr>
          <p:nvPr>
            <p:ph type="title"/>
          </p:nvPr>
        </p:nvSpPr>
        <p:spPr/>
        <p:txBody>
          <a:bodyPr/>
          <a:lstStyle/>
          <a:p>
            <a:r>
              <a:rPr lang="en-GB"/>
              <a:t>Prompts</a:t>
            </a:r>
          </a:p>
        </p:txBody>
      </p:sp>
      <p:sp>
        <p:nvSpPr>
          <p:cNvPr id="3" name="Content Placeholder 2">
            <a:extLst>
              <a:ext uri="{FF2B5EF4-FFF2-40B4-BE49-F238E27FC236}">
                <a16:creationId xmlns:a16="http://schemas.microsoft.com/office/drawing/2014/main" id="{02C423CE-FA02-4AFD-AA50-4871FC15372B}"/>
              </a:ext>
            </a:extLst>
          </p:cNvPr>
          <p:cNvSpPr>
            <a:spLocks noGrp="1"/>
          </p:cNvSpPr>
          <p:nvPr>
            <p:ph idx="1"/>
          </p:nvPr>
        </p:nvSpPr>
        <p:spPr/>
        <p:txBody>
          <a:bodyPr/>
          <a:lstStyle/>
          <a:p>
            <a:pPr marL="457200" indent="-457200">
              <a:buFont typeface="Arial" panose="020B0604020202020204" pitchFamily="34" charset="0"/>
              <a:buChar char="•"/>
            </a:pPr>
            <a:r>
              <a:rPr lang="en-GB" sz="2800"/>
              <a:t>Subjects/themes where sources are fragmentary or invisible</a:t>
            </a:r>
          </a:p>
          <a:p>
            <a:pPr marL="457200" indent="-457200">
              <a:buFont typeface="Arial" panose="020B0604020202020204" pitchFamily="34" charset="0"/>
              <a:buChar char="•"/>
            </a:pPr>
            <a:r>
              <a:rPr lang="en-GB" sz="2800"/>
              <a:t>What difficulties do you meet in catalogue searches?</a:t>
            </a:r>
          </a:p>
          <a:p>
            <a:pPr marL="727075" lvl="2" indent="-457200">
              <a:buFont typeface="Arial" panose="020B0604020202020204" pitchFamily="34" charset="0"/>
              <a:buChar char="•"/>
            </a:pPr>
            <a:r>
              <a:rPr lang="en-GB" sz="2800"/>
              <a:t>Are there workarounds that you use? (e.g. non-public aids)</a:t>
            </a:r>
          </a:p>
          <a:p>
            <a:pPr marL="457200" indent="-457200">
              <a:buFont typeface="Arial" panose="020B0604020202020204" pitchFamily="34" charset="0"/>
              <a:buChar char="•"/>
            </a:pPr>
            <a:r>
              <a:rPr lang="en-GB" sz="2800"/>
              <a:t>How would you like to be able to search?</a:t>
            </a:r>
          </a:p>
          <a:p>
            <a:pPr marL="727075" lvl="2" indent="-457200">
              <a:buFont typeface="Arial" panose="020B0604020202020204" pitchFamily="34" charset="0"/>
              <a:buChar char="•"/>
            </a:pPr>
            <a:r>
              <a:rPr lang="en-GB" sz="2800"/>
              <a:t>Alternatively, what can’t you do with the catalogue now?</a:t>
            </a:r>
          </a:p>
          <a:p>
            <a:pPr marL="457200" lvl="1" indent="-457200">
              <a:buFont typeface="Arial" panose="020B0604020202020204" pitchFamily="34" charset="0"/>
              <a:buChar char="•"/>
            </a:pPr>
            <a:r>
              <a:rPr lang="en-GB" sz="2800" b="0"/>
              <a:t>Are you working on something that this project might help with?</a:t>
            </a:r>
          </a:p>
          <a:p>
            <a:pPr marL="727075" lvl="2" indent="-457200">
              <a:buFont typeface="Arial" panose="020B0604020202020204" pitchFamily="34" charset="0"/>
              <a:buChar char="•"/>
            </a:pPr>
            <a:r>
              <a:rPr lang="en-GB" sz="2800" b="0"/>
              <a:t>(But don’t put it on the critical path!)</a:t>
            </a:r>
          </a:p>
        </p:txBody>
      </p:sp>
    </p:spTree>
    <p:extLst>
      <p:ext uri="{BB962C8B-B14F-4D97-AF65-F5344CB8AC3E}">
        <p14:creationId xmlns:p14="http://schemas.microsoft.com/office/powerpoint/2010/main" val="2892253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017-F038-2E00-8677-3387F75DAD0D}"/>
              </a:ext>
            </a:extLst>
          </p:cNvPr>
          <p:cNvSpPr>
            <a:spLocks noGrp="1"/>
          </p:cNvSpPr>
          <p:nvPr>
            <p:ph type="title"/>
          </p:nvPr>
        </p:nvSpPr>
        <p:spPr>
          <a:xfrm>
            <a:off x="568324" y="595835"/>
            <a:ext cx="11186673" cy="1094853"/>
          </a:xfrm>
        </p:spPr>
        <p:txBody>
          <a:bodyPr/>
          <a:lstStyle/>
          <a:p>
            <a:r>
              <a:rPr lang="en-GB"/>
              <a:t>Parting Questions</a:t>
            </a:r>
          </a:p>
        </p:txBody>
      </p:sp>
      <p:sp>
        <p:nvSpPr>
          <p:cNvPr id="3" name="Content Placeholder 2">
            <a:extLst>
              <a:ext uri="{FF2B5EF4-FFF2-40B4-BE49-F238E27FC236}">
                <a16:creationId xmlns:a16="http://schemas.microsoft.com/office/drawing/2014/main" id="{BB919784-297D-C6A7-B550-C5A38AAAA7B5}"/>
              </a:ext>
            </a:extLst>
          </p:cNvPr>
          <p:cNvSpPr>
            <a:spLocks noGrp="1"/>
          </p:cNvSpPr>
          <p:nvPr>
            <p:ph idx="1"/>
          </p:nvPr>
        </p:nvSpPr>
        <p:spPr/>
        <p:txBody>
          <a:bodyPr/>
          <a:lstStyle/>
          <a:p>
            <a:pPr marL="285750" indent="-285750">
              <a:buFont typeface="Arial" panose="020B0604020202020204" pitchFamily="34" charset="0"/>
              <a:buChar char="•"/>
            </a:pPr>
            <a:r>
              <a:rPr lang="en-GB" sz="2800"/>
              <a:t>How could this project be useful </a:t>
            </a:r>
            <a:r>
              <a:rPr lang="en-GB" sz="2800" b="1"/>
              <a:t>for you</a:t>
            </a:r>
            <a:r>
              <a:rPr lang="en-GB" sz="2800"/>
              <a:t>?</a:t>
            </a:r>
          </a:p>
          <a:p>
            <a:pPr marL="285750" indent="-285750">
              <a:buFont typeface="Arial" panose="020B0604020202020204" pitchFamily="34" charset="0"/>
              <a:buChar char="•"/>
            </a:pPr>
            <a:r>
              <a:rPr lang="en-GB" sz="2800"/>
              <a:t>What theme(s) would benefit from a “text mining search”?</a:t>
            </a:r>
          </a:p>
          <a:p>
            <a:pPr marL="285750" indent="-285750">
              <a:buFont typeface="Arial" panose="020B0604020202020204" pitchFamily="34" charset="0"/>
              <a:buChar char="•"/>
            </a:pPr>
            <a:r>
              <a:rPr lang="en-GB" sz="2800"/>
              <a:t>What theme(s) would be of interest to you?</a:t>
            </a:r>
          </a:p>
        </p:txBody>
      </p:sp>
    </p:spTree>
    <p:extLst>
      <p:ext uri="{BB962C8B-B14F-4D97-AF65-F5344CB8AC3E}">
        <p14:creationId xmlns:p14="http://schemas.microsoft.com/office/powerpoint/2010/main" val="3375037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CBD2-6FB5-24A5-5D51-F8E492E875FD}"/>
              </a:ext>
            </a:extLst>
          </p:cNvPr>
          <p:cNvSpPr>
            <a:spLocks noGrp="1"/>
          </p:cNvSpPr>
          <p:nvPr>
            <p:ph type="title"/>
          </p:nvPr>
        </p:nvSpPr>
        <p:spPr/>
        <p:txBody>
          <a:bodyPr/>
          <a:lstStyle/>
          <a:p>
            <a:r>
              <a:rPr lang="en-GB"/>
              <a:t>The End</a:t>
            </a:r>
          </a:p>
        </p:txBody>
      </p:sp>
    </p:spTree>
    <p:extLst>
      <p:ext uri="{BB962C8B-B14F-4D97-AF65-F5344CB8AC3E}">
        <p14:creationId xmlns:p14="http://schemas.microsoft.com/office/powerpoint/2010/main" val="1876845416"/>
      </p:ext>
    </p:extLst>
  </p:cSld>
  <p:clrMapOvr>
    <a:masterClrMapping/>
  </p:clrMapOvr>
</p:sld>
</file>

<file path=ppt/theme/theme1.xml><?xml version="1.0" encoding="utf-8"?>
<a:theme xmlns:a="http://schemas.openxmlformats.org/drawingml/2006/main" name="National Archives PPT Theme">
  <a:themeElements>
    <a:clrScheme name="TNA Main Colour Theme">
      <a:dk1>
        <a:sysClr val="windowText" lastClr="000000"/>
      </a:dk1>
      <a:lt1>
        <a:sysClr val="window" lastClr="FFFFFF"/>
      </a:lt1>
      <a:dk2>
        <a:srgbClr val="44546A"/>
      </a:dk2>
      <a:lt2>
        <a:srgbClr val="E7E6E6"/>
      </a:lt2>
      <a:accent1>
        <a:srgbClr val="000000"/>
      </a:accent1>
      <a:accent2>
        <a:srgbClr val="654E37"/>
      </a:accent2>
      <a:accent3>
        <a:srgbClr val="9C193A"/>
      </a:accent3>
      <a:accent4>
        <a:srgbClr val="8F3415"/>
      </a:accent4>
      <a:accent5>
        <a:srgbClr val="00623B"/>
      </a:accent5>
      <a:accent6>
        <a:srgbClr val="004C7E"/>
      </a:accent6>
      <a:hlink>
        <a:srgbClr val="9C193A"/>
      </a:hlink>
      <a:folHlink>
        <a:srgbClr val="9C193A"/>
      </a:folHlink>
    </a:clrScheme>
    <a:fontScheme name="National Archive font theme">
      <a:majorFont>
        <a:latin typeface="Supria Sans Cond Medium"/>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9050">
          <a:solidFill>
            <a:schemeClr val="tx1"/>
          </a:solidFill>
        </a:ln>
      </a:spPr>
      <a:bodyPr rtlCol="0" anchor="ctr"/>
      <a:lstStyle>
        <a:defPPr algn="ctr">
          <a:spcAft>
            <a:spcPts val="1000"/>
          </a:spcAft>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w="19050">
          <a:noFill/>
          <a:miter lim="800000"/>
        </a:ln>
      </a:spPr>
      <a:bodyPr wrap="square" lIns="0" tIns="0" rIns="0" bIns="0" rtlCol="0">
        <a:noAutofit/>
      </a:bodyPr>
      <a:lstStyle>
        <a:defPPr algn="l">
          <a:spcAft>
            <a:spcPts val="1000"/>
          </a:spcAft>
          <a:defRPr sz="1400" dirty="0" err="1" smtClean="0"/>
        </a:defPPr>
      </a:lstStyle>
    </a:txDef>
  </a:objectDefaults>
  <a:extraClrSchemeLst/>
  <a:custClrLst>
    <a:custClr name="Black">
      <a:srgbClr val="000000"/>
    </a:custClr>
    <a:custClr name="Brown">
      <a:srgbClr val="654E37"/>
    </a:custClr>
    <a:custClr name="Maroon">
      <a:srgbClr val="9C193A"/>
    </a:custClr>
    <a:custClr name="Chestnut">
      <a:srgbClr val="8F3415"/>
    </a:custClr>
    <a:custClr name="Forest">
      <a:srgbClr val="00623B"/>
    </a:custClr>
    <a:custClr name="Navy">
      <a:srgbClr val="004C7E"/>
    </a:custClr>
    <a:custClr name=" ">
      <a:srgbClr val="FFFFFF"/>
    </a:custClr>
    <a:custClr name=" ">
      <a:srgbClr val="FFFFFF"/>
    </a:custClr>
    <a:custClr name=" ">
      <a:srgbClr val="FFFFFF"/>
    </a:custClr>
    <a:custClr name=" ">
      <a:srgbClr val="FFFFFF"/>
    </a:custClr>
    <a:custClr name="Grey">
      <a:srgbClr val="8C9694"/>
    </a:custClr>
    <a:custClr name="Yellow">
      <a:srgbClr val="FFCC00"/>
    </a:custClr>
    <a:custClr name="Pink">
      <a:srgbClr val="FE1D57"/>
    </a:custClr>
    <a:custClr name="Orange">
      <a:srgbClr val="FD3F03"/>
    </a:custClr>
    <a:custClr name="Green">
      <a:srgbClr val="86BC25"/>
    </a:custClr>
    <a:custClr name="Blue">
      <a:srgbClr val="00B0FF"/>
    </a:custClr>
    <a:custClr name=" ">
      <a:srgbClr val="FFFFFF"/>
    </a:custClr>
    <a:custClr name=" ">
      <a:srgbClr val="FFFFFF"/>
    </a:custClr>
    <a:custClr name=" ">
      <a:srgbClr val="FFFFFF"/>
    </a:custClr>
    <a:custClr name=" ">
      <a:srgbClr val="FFFFFF"/>
    </a:custClr>
    <a:custClr name="Light Grey">
      <a:srgbClr val="D9D9D6"/>
    </a:custClr>
    <a:custClr name="Cream">
      <a:srgbClr val="F9F7E2"/>
    </a:custClr>
    <a:custClr name="Pastel Pink">
      <a:srgbClr val="FAD3D4"/>
    </a:custClr>
    <a:custClr name="Pastel Orange">
      <a:srgbClr val="F9E1BC"/>
    </a:custClr>
    <a:custClr name="Pastel Green">
      <a:srgbClr val="DDE5D5"/>
    </a:custClr>
    <a:custClr name="Pastel Blue">
      <a:srgbClr val="D4E5EF"/>
    </a:custClr>
    <a:custClr name=" ">
      <a:srgbClr val="FFFFFF"/>
    </a:custClr>
    <a:custClr name=" ">
      <a:srgbClr val="FFFFFF"/>
    </a:custClr>
    <a:custClr name=" ">
      <a:srgbClr val="FFFFFF"/>
    </a:custClr>
    <a:custClr name=" ">
      <a:srgbClr val="FFFFFF"/>
    </a:custClr>
    <a:custClr name="Light Grey 50%">
      <a:srgbClr val="ECECEA"/>
    </a:custClr>
    <a:custClr name="Cream 50%">
      <a:srgbClr val="FCFBDE"/>
    </a:custClr>
    <a:custClr name="Pastel Pink 50%">
      <a:srgbClr val="FCE9E9"/>
    </a:custClr>
    <a:custClr name="Pastel Orange 50%">
      <a:srgbClr val="FCF0DD"/>
    </a:custClr>
    <a:custClr name="Pastel Green 50%">
      <a:srgbClr val="EEF2EA"/>
    </a:custClr>
    <a:custClr name="Pastel Blue 50%">
      <a:srgbClr val="E9F2F7"/>
    </a:custClr>
    <a:custClr name=" ">
      <a:srgbClr val="FFFFFF"/>
    </a:custClr>
    <a:custClr name=" ">
      <a:srgbClr val="FFFFFF"/>
    </a:custClr>
    <a:custClr name=" ">
      <a:srgbClr val="FFFFFF"/>
    </a:custClr>
    <a:custClr name=" ">
      <a:srgbClr val="FFFFFF"/>
    </a:custClr>
  </a:custClrLst>
  <a:extLst>
    <a:ext uri="{05A4C25C-085E-4340-85A3-A5531E510DB2}">
      <thm15:themeFamily xmlns:thm15="http://schemas.microsoft.com/office/thememl/2012/main" name="TNA_PowerpointTemplate052023" id="{67CB05DC-F436-4DE6-B086-9FFD3E84AFEC}" vid="{25D5DE75-23F3-4DB0-8A16-5B36C557F5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TNA Document" ma:contentTypeID="0x0101005D679CA3F8E696449A285DF9D1DAE831005D1D20002A89A44F8398D095BF8C5442" ma:contentTypeVersion="6" ma:contentTypeDescription="" ma:contentTypeScope="" ma:versionID="1ee04716fc3af7f978b2188c7816dc78">
  <xsd:schema xmlns:xsd="http://www.w3.org/2001/XMLSchema" xmlns:xs="http://www.w3.org/2001/XMLSchema" xmlns:p="http://schemas.microsoft.com/office/2006/metadata/properties" xmlns:ns1="http://schemas.microsoft.com/sharepoint/v3" xmlns:ns2="b55421fe-d432-41c3-a616-7a047f898650" xmlns:ns3="bfd76703-3fd0-4101-b23c-5c34a5e79d15" targetNamespace="http://schemas.microsoft.com/office/2006/metadata/properties" ma:root="true" ma:fieldsID="a9197234afc715169eba1dbe68a8f5fb" ns1:_="" ns2:_="" ns3:_="">
    <xsd:import namespace="http://schemas.microsoft.com/sharepoint/v3"/>
    <xsd:import namespace="b55421fe-d432-41c3-a616-7a047f898650"/>
    <xsd:import namespace="bfd76703-3fd0-4101-b23c-5c34a5e79d15"/>
    <xsd:element name="properties">
      <xsd:complexType>
        <xsd:sequence>
          <xsd:element name="documentManagement">
            <xsd:complexType>
              <xsd:all>
                <xsd:element ref="ns2:Objective_id" minOccurs="0"/>
                <xsd:element ref="ns2:Notes1" minOccurs="0"/>
                <xsd:element ref="ns2:Objective_filepath" minOccurs="0"/>
                <xsd:element ref="ns2:Objective_template" minOccurs="0"/>
                <xsd:element ref="ns2:Protective_x0020_Marking" minOccurs="0"/>
                <xsd:element ref="ns2:Objective_disposal_date" minOccurs="0"/>
                <xsd:element ref="ns2:Objective_date_sentenced" minOccurs="0"/>
                <xsd:element ref="ns2:Objective_disposal_schedule" minOccurs="0"/>
                <xsd:element ref="ns2:Objective_date_trigger" minOccurs="0"/>
                <xsd:element ref="ns2:Objective_manually_sentenced" minOccurs="0"/>
                <xsd:element ref="ns2:Objective_repository" minOccurs="0"/>
                <xsd:element ref="ns2:Objective_doc_extension" minOccurs="0"/>
                <xsd:element ref="ns2:Objective_created_by" minOccurs="0"/>
                <xsd:element ref="ns2:Objective_modified_by" minOccurs="0"/>
                <xsd:element ref="ns2:Reason_for_closire" minOccurs="0"/>
                <xsd:element ref="ns2:Closure_review_date" minOccurs="0"/>
                <xsd:element ref="ns2:Date_closed" minOccurs="0"/>
                <xsd:element ref="ns1:_dlc_Exempt"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25"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55421fe-d432-41c3-a616-7a047f898650" elementFormDefault="qualified">
    <xsd:import namespace="http://schemas.microsoft.com/office/2006/documentManagement/types"/>
    <xsd:import namespace="http://schemas.microsoft.com/office/infopath/2007/PartnerControls"/>
    <xsd:element name="Objective_id" ma:index="8" nillable="true" ma:displayName="Objective_id" ma:internalName="Objective_id" ma:readOnly="false">
      <xsd:simpleType>
        <xsd:restriction base="dms:Text">
          <xsd:maxLength value="255"/>
        </xsd:restriction>
      </xsd:simpleType>
    </xsd:element>
    <xsd:element name="Notes1" ma:index="9" nillable="true" ma:displayName="Notes" ma:internalName="Notes1">
      <xsd:simpleType>
        <xsd:restriction base="dms:Note">
          <xsd:maxLength value="255"/>
        </xsd:restriction>
      </xsd:simpleType>
    </xsd:element>
    <xsd:element name="Objective_filepath" ma:index="10" nillable="true" ma:displayName="Objective_filepath" ma:internalName="Objective_filepath" ma:readOnly="false">
      <xsd:simpleType>
        <xsd:restriction base="dms:Note">
          <xsd:maxLength value="255"/>
        </xsd:restriction>
      </xsd:simpleType>
    </xsd:element>
    <xsd:element name="Objective_template" ma:index="11" nillable="true" ma:displayName="Objective_template" ma:default="No" ma:format="Dropdown" ma:internalName="Objective_template" ma:readOnly="false">
      <xsd:simpleType>
        <xsd:restriction base="dms:Choice">
          <xsd:enumeration value="Yes"/>
          <xsd:enumeration value="No"/>
        </xsd:restriction>
      </xsd:simpleType>
    </xsd:element>
    <xsd:element name="Protective_x0020_Marking" ma:index="12" nillable="true" ma:displayName="Protective Marking" ma:format="Dropdown" ma:internalName="Protective_x0020_Marking">
      <xsd:simpleType>
        <xsd:restriction base="dms:Choice">
          <xsd:enumeration value="OFFICIAL-SENSITIVE"/>
          <xsd:enumeration value="OFFICIAL-SENSITIVE-COMMERCIAL"/>
          <xsd:enumeration value="OFFICIAL-SENSITIVE-PERSONAL"/>
        </xsd:restriction>
      </xsd:simpleType>
    </xsd:element>
    <xsd:element name="Objective_disposal_date" ma:index="13" nillable="true" ma:displayName="Objective_disposal_date" ma:format="DateTime" ma:hidden="true" ma:internalName="Objective_disposal_date" ma:readOnly="false">
      <xsd:simpleType>
        <xsd:restriction base="dms:DateTime"/>
      </xsd:simpleType>
    </xsd:element>
    <xsd:element name="Objective_date_sentenced" ma:index="14" nillable="true" ma:displayName="Objective_date_sentenced" ma:format="DateTime" ma:hidden="true" ma:internalName="Objective_date_sentenced" ma:readOnly="false">
      <xsd:simpleType>
        <xsd:restriction base="dms:DateTime"/>
      </xsd:simpleType>
    </xsd:element>
    <xsd:element name="Objective_disposal_schedule" ma:index="15" nillable="true" ma:displayName="Objective_disposal_schedule" ma:hidden="true" ma:internalName="Objective_disposal_schedule" ma:readOnly="false">
      <xsd:simpleType>
        <xsd:restriction base="dms:Text">
          <xsd:maxLength value="255"/>
        </xsd:restriction>
      </xsd:simpleType>
    </xsd:element>
    <xsd:element name="Objective_date_trigger" ma:index="16" nillable="true" ma:displayName="Objective_date_trigger" ma:format="DateTime" ma:hidden="true" ma:internalName="Objective_date_trigger" ma:readOnly="false">
      <xsd:simpleType>
        <xsd:restriction base="dms:DateTime"/>
      </xsd:simpleType>
    </xsd:element>
    <xsd:element name="Objective_manually_sentenced" ma:index="17" nillable="true" ma:displayName="Objective_manually_sentenced" ma:default="No" ma:format="Dropdown" ma:hidden="true" ma:internalName="Objective_manually_sentenced" ma:readOnly="false">
      <xsd:simpleType>
        <xsd:restriction base="dms:Choice">
          <xsd:enumeration value="Yes"/>
          <xsd:enumeration value="No"/>
        </xsd:restriction>
      </xsd:simpleType>
    </xsd:element>
    <xsd:element name="Objective_repository" ma:index="18" nillable="true" ma:displayName="Objective_repository" ma:hidden="true" ma:internalName="Objective_repository" ma:readOnly="false">
      <xsd:simpleType>
        <xsd:restriction base="dms:Text">
          <xsd:maxLength value="255"/>
        </xsd:restriction>
      </xsd:simpleType>
    </xsd:element>
    <xsd:element name="Objective_doc_extension" ma:index="19" nillable="true" ma:displayName="Objective_doc_extension" ma:internalName="Objective_doc_extension" ma:readOnly="false">
      <xsd:simpleType>
        <xsd:restriction base="dms:Text">
          <xsd:maxLength value="255"/>
        </xsd:restriction>
      </xsd:simpleType>
    </xsd:element>
    <xsd:element name="Objective_created_by" ma:index="20" nillable="true" ma:displayName="Objective_created_by" ma:internalName="Objective_created_by">
      <xsd:simpleType>
        <xsd:restriction base="dms:Text">
          <xsd:maxLength value="255"/>
        </xsd:restriction>
      </xsd:simpleType>
    </xsd:element>
    <xsd:element name="Objective_modified_by" ma:index="21" nillable="true" ma:displayName="Objective_modified_by" ma:internalName="Objective_modified_by">
      <xsd:simpleType>
        <xsd:restriction base="dms:Text">
          <xsd:maxLength value="255"/>
        </xsd:restriction>
      </xsd:simpleType>
    </xsd:element>
    <xsd:element name="Reason_for_closire" ma:index="22" nillable="true" ma:displayName="Closure_decision_reason" ma:hidden="true" ma:internalName="Reason_for_closire" ma:readOnly="false">
      <xsd:simpleType>
        <xsd:restriction base="dms:Text">
          <xsd:maxLength value="255"/>
        </xsd:restriction>
      </xsd:simpleType>
    </xsd:element>
    <xsd:element name="Closure_review_date" ma:index="23" nillable="true" ma:displayName="Closure_review_date" ma:format="DateOnly" ma:hidden="true" ma:internalName="Closure_review_date" ma:readOnly="false">
      <xsd:simpleType>
        <xsd:restriction base="dms:DateTime"/>
      </xsd:simpleType>
    </xsd:element>
    <xsd:element name="Date_closed" ma:index="24" nillable="true" ma:displayName="Date_closed" ma:format="DateTime" ma:hidden="true" ma:internalName="Date_closed"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fd76703-3fd0-4101-b23c-5c34a5e79d15" elementFormDefault="qualified">
    <xsd:import namespace="http://schemas.microsoft.com/office/2006/documentManagement/types"/>
    <xsd:import namespace="http://schemas.microsoft.com/office/infopath/2007/PartnerControls"/>
    <xsd:element name="_dlc_DocId" ma:index="26" nillable="true" ma:displayName="Document ID Value" ma:description="The value of the document ID assigned to this item." ma:internalName="_dlc_DocId" ma:readOnly="true">
      <xsd:simpleType>
        <xsd:restriction base="dms:Text"/>
      </xsd:simpleType>
    </xsd:element>
    <xsd:element name="_dlc_DocIdUrl" ma:index="27"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8"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bfd76703-3fd0-4101-b23c-5c34a5e79d15">MCNARNIA-695307289-2894</_dlc_DocId>
    <_dlc_DocIdUrl xmlns="bfd76703-3fd0-4101-b23c-5c34a5e79d15">
      <Url>https://nationalarchivesuk.sharepoint.com/sites/MC_Narnia/_layouts/15/DocIdRedir.aspx?ID=MCNARNIA-695307289-2894</Url>
      <Description>MCNARNIA-695307289-2894</Description>
    </_dlc_DocIdUrl>
    <Objective_manually_sentenced xmlns="b55421fe-d432-41c3-a616-7a047f898650">No</Objective_manually_sentenced>
    <Objective_doc_extension xmlns="b55421fe-d432-41c3-a616-7a047f898650" xsi:nil="true"/>
    <Objective_modified_by xmlns="b55421fe-d432-41c3-a616-7a047f898650" xsi:nil="true"/>
    <Closure_review_date xmlns="b55421fe-d432-41c3-a616-7a047f898650" xsi:nil="true"/>
    <Objective_date_sentenced xmlns="b55421fe-d432-41c3-a616-7a047f898650" xsi:nil="true"/>
    <Objective_filepath xmlns="b55421fe-d432-41c3-a616-7a047f898650" xsi:nil="true"/>
    <Objective_date_trigger xmlns="b55421fe-d432-41c3-a616-7a047f898650" xsi:nil="true"/>
    <Objective_created_by xmlns="b55421fe-d432-41c3-a616-7a047f898650" xsi:nil="true"/>
    <Protective_x0020_Marking xmlns="b55421fe-d432-41c3-a616-7a047f898650" xsi:nil="true"/>
    <Objective_template xmlns="b55421fe-d432-41c3-a616-7a047f898650">No</Objective_template>
    <Objective_disposal_date xmlns="b55421fe-d432-41c3-a616-7a047f898650" xsi:nil="true"/>
    <Date_closed xmlns="b55421fe-d432-41c3-a616-7a047f898650" xsi:nil="true"/>
    <Objective_repository xmlns="b55421fe-d432-41c3-a616-7a047f898650" xsi:nil="true"/>
    <Objective_disposal_schedule xmlns="b55421fe-d432-41c3-a616-7a047f898650" xsi:nil="true"/>
    <Objective_id xmlns="b55421fe-d432-41c3-a616-7a047f898650" xsi:nil="true"/>
    <Notes1 xmlns="b55421fe-d432-41c3-a616-7a047f898650" xsi:nil="true"/>
    <Reason_for_closire xmlns="b55421fe-d432-41c3-a616-7a047f898650" xsi:nil="true"/>
    <_dlc_Exempt xmlns="http://schemas.microsoft.com/sharepoint/v3" xsi:nil="true"/>
    <_dlc_DocIdPersistId xmlns="bfd76703-3fd0-4101-b23c-5c34a5e79d15">false</_dlc_DocIdPersistId>
  </documentManagement>
</p:properties>
</file>

<file path=customXml/item3.xml><?xml version="1.0" encoding="utf-8"?>
<?mso-contentType ?>
<spe:Receivers xmlns:spe="http://schemas.microsoft.com/sharepoint/events">
  <Receiver>
    <Name>Policy Auditing</Name>
    <Synchronization>Synchronous</Synchronization>
    <Type>10001</Type>
    <SequenceNumber>1100</SequenceNumber>
    <Url/>
    <Assembly>Microsoft.Office.Policy, Version=16.0.0.0, Culture=neutral, PublicKeyToken=71e9bce111e9429c</Assembly>
    <Class>Microsoft.Office.RecordsManagement.Internal.AuditHandler</Class>
    <Data/>
    <Filter/>
  </Receiver>
  <Receiver>
    <Name>Policy Auditing</Name>
    <Synchronization>Synchronous</Synchronization>
    <Type>10002</Type>
    <SequenceNumber>1101</SequenceNumber>
    <Url/>
    <Assembly>Microsoft.Office.Policy, Version=16.0.0.0, Culture=neutral, PublicKeyToken=71e9bce111e9429c</Assembly>
    <Class>Microsoft.Office.RecordsManagement.Internal.AuditHandler</Class>
    <Data/>
    <Filter/>
  </Receiver>
  <Receiver>
    <Name>Policy Auditing</Name>
    <Synchronization>Synchronous</Synchronization>
    <Type>10004</Type>
    <SequenceNumber>1102</SequenceNumber>
    <Url/>
    <Assembly>Microsoft.Office.Policy, Version=16.0.0.0, Culture=neutral, PublicKeyToken=71e9bce111e9429c</Assembly>
    <Class>Microsoft.Office.RecordsManagement.Internal.AuditHandler</Class>
    <Data/>
    <Filter/>
  </Receiver>
  <Receiver>
    <Name>Policy Auditing</Name>
    <Synchronization>Synchronous</Synchronization>
    <Type>10006</Type>
    <SequenceNumber>1103</SequenceNumber>
    <Url/>
    <Assembly>Microsoft.Office.Policy, Version=16.0.0.0, Culture=neutral, PublicKeyToken=71e9bce111e9429c</Assembly>
    <Class>Microsoft.Office.RecordsManagement.Internal.AuditHandler</Class>
    <Data/>
    <Filter/>
  </Receiver>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p:Policy xmlns:p="office.server.policy" id="" local="true">
  <p:Name>TNA Document</p:Name>
  <p:Description/>
  <p:Statement/>
  <p:PolicyItems>
    <p:PolicyItem featureId="Microsoft.Office.RecordsManagement.PolicyFeatures.PolicyAudit" staticId="0x0101005D679CA3F8E696449A285DF9D1DAE831|1757814118" UniqueId="a5bd7b12-cb9e-44fb-9885-02a962b52751">
      <p:Name>Auditing</p:Name>
      <p:Description>Audits user actions on documents and list items to the Audit Log.</p:Description>
      <p:CustomData>
        <Audit>
          <Update/>
          <CheckInOut/>
          <MoveCopy/>
          <DeleteRestore/>
        </Audit>
      </p:CustomData>
    </p:PolicyItem>
  </p:PolicyItems>
</p:Policy>
</file>

<file path=customXml/item6.xml><?xml version="1.0" encoding="utf-8"?>
<?mso-contentType ?>
<SharedContentType xmlns="Microsoft.SharePoint.Taxonomy.ContentTypeSync" SourceId="20c0fc91-5178-4f65-8d1d-944e60792c5e" ContentTypeId="0x0101005D679CA3F8E696449A285DF9D1DAE831" PreviousValue="false"/>
</file>

<file path=customXml/itemProps1.xml><?xml version="1.0" encoding="utf-8"?>
<ds:datastoreItem xmlns:ds="http://schemas.openxmlformats.org/officeDocument/2006/customXml" ds:itemID="{F603F40E-D4E8-4351-86D2-1EFCA87C8D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55421fe-d432-41c3-a616-7a047f898650"/>
    <ds:schemaRef ds:uri="bfd76703-3fd0-4101-b23c-5c34a5e79d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88C7A9-9407-4283-B40E-5A4D1323D36E}">
  <ds:schemaRefs>
    <ds:schemaRef ds:uri="b55421fe-d432-41c3-a616-7a047f898650"/>
    <ds:schemaRef ds:uri="http://schemas.microsoft.com/office/2006/documentManagement/types"/>
    <ds:schemaRef ds:uri="http://schemas.microsoft.com/sharepoint/v3"/>
    <ds:schemaRef ds:uri="http://purl.org/dc/terms/"/>
    <ds:schemaRef ds:uri="http://purl.org/dc/elements/1.1/"/>
    <ds:schemaRef ds:uri="bfd76703-3fd0-4101-b23c-5c34a5e79d15"/>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525203CB-821E-430F-BA57-C5A69FCCFA1C}">
  <ds:schemaRefs>
    <ds:schemaRef ds:uri="http://schemas.microsoft.com/sharepoint/events"/>
  </ds:schemaRefs>
</ds:datastoreItem>
</file>

<file path=customXml/itemProps4.xml><?xml version="1.0" encoding="utf-8"?>
<ds:datastoreItem xmlns:ds="http://schemas.openxmlformats.org/officeDocument/2006/customXml" ds:itemID="{2E6BC028-54DF-4A41-BA73-ACD1E9F09AB5}">
  <ds:schemaRefs>
    <ds:schemaRef ds:uri="http://schemas.microsoft.com/sharepoint/v3/contenttype/forms"/>
  </ds:schemaRefs>
</ds:datastoreItem>
</file>

<file path=customXml/itemProps5.xml><?xml version="1.0" encoding="utf-8"?>
<ds:datastoreItem xmlns:ds="http://schemas.openxmlformats.org/officeDocument/2006/customXml" ds:itemID="{E1CB4D91-5BCE-4ED8-89C9-DFD906ECACA1}">
  <ds:schemaRefs>
    <ds:schemaRef ds:uri="office.server.policy"/>
  </ds:schemaRefs>
</ds:datastoreItem>
</file>

<file path=customXml/itemProps6.xml><?xml version="1.0" encoding="utf-8"?>
<ds:datastoreItem xmlns:ds="http://schemas.openxmlformats.org/officeDocument/2006/customXml" ds:itemID="{12D7EBE5-2E3D-4216-8E8E-2472D2AD9DED}">
  <ds:schemaRefs>
    <ds:schemaRef ds:uri="Microsoft.SharePoint.Taxonomy.ContentTypeSync"/>
  </ds:schemaRefs>
</ds:datastoreItem>
</file>

<file path=docMetadata/LabelInfo.xml><?xml version="1.0" encoding="utf-8"?>
<clbl:labelList xmlns:clbl="http://schemas.microsoft.com/office/2020/mipLabelMetadata">
  <clbl:label id="{61c22e59-6e76-40e7-9277-37c464fc6354}" enabled="1" method="Privileged" siteId="{f99512c1-fd9f-4475-9896-9a0b3cdc50ec}" removed="0"/>
</clbl:labelList>
</file>

<file path=docProps/app.xml><?xml version="1.0" encoding="utf-8"?>
<Properties xmlns="http://schemas.openxmlformats.org/officeDocument/2006/extended-properties" xmlns:vt="http://schemas.openxmlformats.org/officeDocument/2006/docPropsVTypes">
  <Template>blank</Template>
  <TotalTime>1831</TotalTime>
  <Words>8491</Words>
  <Application>Microsoft Office PowerPoint</Application>
  <PresentationFormat>Widescreen</PresentationFormat>
  <Paragraphs>524</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Calibri</vt:lpstr>
      <vt:lpstr>Inter</vt:lpstr>
      <vt:lpstr>Open Sans</vt:lpstr>
      <vt:lpstr>Roboto Mono</vt:lpstr>
      <vt:lpstr>Supria Sans Cond Medium</vt:lpstr>
      <vt:lpstr>Symbol</vt:lpstr>
      <vt:lpstr>Wingdings</vt:lpstr>
      <vt:lpstr>National Archives PPT Theme</vt:lpstr>
      <vt:lpstr>Collaborative Experimentation</vt:lpstr>
      <vt:lpstr>What is an RLUK/TNA Professional Fellowship?</vt:lpstr>
      <vt:lpstr>Who am I?</vt:lpstr>
      <vt:lpstr>What is the project? (1) Interdisciplinary collaboration</vt:lpstr>
      <vt:lpstr>What is the project? (2) Text mining to discover sources</vt:lpstr>
      <vt:lpstr>What is the project not?</vt:lpstr>
      <vt:lpstr>Guiding Principles</vt:lpstr>
      <vt:lpstr>Timetable</vt:lpstr>
      <vt:lpstr>General Shape</vt:lpstr>
      <vt:lpstr>Text mining</vt:lpstr>
      <vt:lpstr>The Collection</vt:lpstr>
      <vt:lpstr>Search results: (patent OR medicine) AND (powders OR tincture OR balsam OR drops) | The National Archives</vt:lpstr>
      <vt:lpstr>James Graham and Gustavus Katterfelto in combat using electrotherapy machines as weapons. Etching, 1783. | Wellcome Collection</vt:lpstr>
      <vt:lpstr>George Motherby’s medical dictionary</vt:lpstr>
      <vt:lpstr>A profitable and necessarie booke... By William Clowes one of hir Maiesties chirurgions. 1596. Processed August 2018.</vt:lpstr>
      <vt:lpstr>Observations on the superior efficacy of the red Peruvian bark, in the cure of agues and other fevers : interspersed with occasional remarks on the treatment of other diseases by the same remedy / by William Saunders. 1782. Processed May 2019.</vt:lpstr>
      <vt:lpstr> Syphilis / by Alfred Cooper. 1895. Processed August 2015.</vt:lpstr>
      <vt:lpstr>Typhus texts per Year</vt:lpstr>
      <vt:lpstr>Word Counts</vt:lpstr>
      <vt:lpstr>Voyant Tools</vt:lpstr>
      <vt:lpstr>Exercise: Suitable themes or questions</vt:lpstr>
      <vt:lpstr>What makes a good question/theme?</vt:lpstr>
      <vt:lpstr>EG 1: Regular writing about charlatans </vt:lpstr>
      <vt:lpstr>EG 2: The concept of “typhus”</vt:lpstr>
      <vt:lpstr>EG 3: Bad air</vt:lpstr>
      <vt:lpstr>Prompts</vt:lpstr>
      <vt:lpstr>Parting Questions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Ogden, Bernard</dc:creator>
  <cp:lastModifiedBy>Ogden, Bernard</cp:lastModifiedBy>
  <cp:revision>3</cp:revision>
  <dcterms:created xsi:type="dcterms:W3CDTF">2024-04-08T13:41:38Z</dcterms:created>
  <dcterms:modified xsi:type="dcterms:W3CDTF">2025-06-06T16:17:09Z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c22e59-6e76-40e7-9277-37c464fc6354_Enabled">
    <vt:lpwstr>true</vt:lpwstr>
  </property>
  <property fmtid="{D5CDD505-2E9C-101B-9397-08002B2CF9AE}" pid="3" name="MSIP_Label_61c22e59-6e76-40e7-9277-37c464fc6354_SetDate">
    <vt:lpwstr>2023-05-02T16:34:21Z</vt:lpwstr>
  </property>
  <property fmtid="{D5CDD505-2E9C-101B-9397-08002B2CF9AE}" pid="4" name="MSIP_Label_61c22e59-6e76-40e7-9277-37c464fc6354_Method">
    <vt:lpwstr>Privileged</vt:lpwstr>
  </property>
  <property fmtid="{D5CDD505-2E9C-101B-9397-08002B2CF9AE}" pid="5" name="MSIP_Label_61c22e59-6e76-40e7-9277-37c464fc6354_Name">
    <vt:lpwstr>OFFICIAL</vt:lpwstr>
  </property>
  <property fmtid="{D5CDD505-2E9C-101B-9397-08002B2CF9AE}" pid="6" name="MSIP_Label_61c22e59-6e76-40e7-9277-37c464fc6354_SiteId">
    <vt:lpwstr>f99512c1-fd9f-4475-9896-9a0b3cdc50ec</vt:lpwstr>
  </property>
  <property fmtid="{D5CDD505-2E9C-101B-9397-08002B2CF9AE}" pid="7" name="MSIP_Label_61c22e59-6e76-40e7-9277-37c464fc6354_ActionId">
    <vt:lpwstr>e739e202-ec64-49d3-9381-cc83accd7901</vt:lpwstr>
  </property>
  <property fmtid="{D5CDD505-2E9C-101B-9397-08002B2CF9AE}" pid="8" name="MSIP_Label_61c22e59-6e76-40e7-9277-37c464fc6354_ContentBits">
    <vt:lpwstr>0</vt:lpwstr>
  </property>
  <property fmtid="{D5CDD505-2E9C-101B-9397-08002B2CF9AE}" pid="9" name="ContentTypeId">
    <vt:lpwstr>0x0101005D679CA3F8E696449A285DF9D1DAE831005D1D20002A89A44F8398D095BF8C5442</vt:lpwstr>
  </property>
  <property fmtid="{D5CDD505-2E9C-101B-9397-08002B2CF9AE}" pid="10" name="_dlc_DocIdItemGuid">
    <vt:lpwstr>b30b509e-2a33-4050-9223-b3dbc2b1f46b</vt:lpwstr>
  </property>
  <property fmtid="{D5CDD505-2E9C-101B-9397-08002B2CF9AE}" pid="11" name="Objective_id_target">
    <vt:lpwstr/>
  </property>
  <property fmtid="{D5CDD505-2E9C-101B-9397-08002B2CF9AE}" pid="12" name="From1">
    <vt:lpwstr/>
  </property>
  <property fmtid="{D5CDD505-2E9C-101B-9397-08002B2CF9AE}" pid="13" name="Date Received">
    <vt:lpwstr/>
  </property>
  <property fmtid="{D5CDD505-2E9C-101B-9397-08002B2CF9AE}" pid="14" name="xd_ProgID">
    <vt:lpwstr/>
  </property>
  <property fmtid="{D5CDD505-2E9C-101B-9397-08002B2CF9AE}" pid="15" name="MediaServiceImageTags">
    <vt:lpwstr/>
  </property>
  <property fmtid="{D5CDD505-2E9C-101B-9397-08002B2CF9AE}" pid="16" name="MediaLengthInSeconds">
    <vt:lpwstr/>
  </property>
  <property fmtid="{D5CDD505-2E9C-101B-9397-08002B2CF9AE}" pid="17" name="_ColorHex">
    <vt:lpwstr/>
  </property>
  <property fmtid="{D5CDD505-2E9C-101B-9397-08002B2CF9AE}" pid="18" name="ComplianceAssetId">
    <vt:lpwstr/>
  </property>
  <property fmtid="{D5CDD505-2E9C-101B-9397-08002B2CF9AE}" pid="19" name="TemplateUrl">
    <vt:lpwstr/>
  </property>
  <property fmtid="{D5CDD505-2E9C-101B-9397-08002B2CF9AE}" pid="20" name="Has Attachments">
    <vt:lpwstr/>
  </property>
  <property fmtid="{D5CDD505-2E9C-101B-9397-08002B2CF9AE}" pid="21" name="Objective_date_closed">
    <vt:lpwstr/>
  </property>
  <property fmtid="{D5CDD505-2E9C-101B-9397-08002B2CF9AE}" pid="22" name="_ExtendedDescription">
    <vt:lpwstr/>
  </property>
  <property fmtid="{D5CDD505-2E9C-101B-9397-08002B2CF9AE}" pid="23" name="_ColorTag">
    <vt:lpwstr/>
  </property>
  <property fmtid="{D5CDD505-2E9C-101B-9397-08002B2CF9AE}" pid="24" name="ConversationID">
    <vt:lpwstr/>
  </property>
  <property fmtid="{D5CDD505-2E9C-101B-9397-08002B2CF9AE}" pid="25" name="_ip_UnifiedCompliancePolicyProperties">
    <vt:lpwstr/>
  </property>
  <property fmtid="{D5CDD505-2E9C-101B-9397-08002B2CF9AE}" pid="26" name="URL">
    <vt:lpwstr/>
  </property>
  <property fmtid="{D5CDD505-2E9C-101B-9397-08002B2CF9AE}" pid="27" name="xd_Signature">
    <vt:lpwstr/>
  </property>
  <property fmtid="{D5CDD505-2E9C-101B-9397-08002B2CF9AE}" pid="28" name="Date Sent">
    <vt:lpwstr/>
  </property>
  <property fmtid="{D5CDD505-2E9C-101B-9397-08002B2CF9AE}" pid="29" name="SharedWithUsers">
    <vt:lpwstr/>
  </property>
  <property fmtid="{D5CDD505-2E9C-101B-9397-08002B2CF9AE}" pid="30" name="BCC">
    <vt:lpwstr/>
  </property>
  <property fmtid="{D5CDD505-2E9C-101B-9397-08002B2CF9AE}" pid="31" name="lcf76f155ced4ddcb4097134ff3c332f">
    <vt:lpwstr/>
  </property>
  <property fmtid="{D5CDD505-2E9C-101B-9397-08002B2CF9AE}" pid="32" name="TaxCatchAll">
    <vt:lpwstr/>
  </property>
  <property fmtid="{D5CDD505-2E9C-101B-9397-08002B2CF9AE}" pid="33" name="_Emoji">
    <vt:lpwstr/>
  </property>
  <property fmtid="{D5CDD505-2E9C-101B-9397-08002B2CF9AE}" pid="34" name="CC">
    <vt:lpwstr/>
  </property>
  <property fmtid="{D5CDD505-2E9C-101B-9397-08002B2CF9AE}" pid="35" name="To">
    <vt:lpwstr/>
  </property>
  <property fmtid="{D5CDD505-2E9C-101B-9397-08002B2CF9AE}" pid="36" name="TriggerFlowInfo">
    <vt:lpwstr/>
  </property>
  <property fmtid="{D5CDD505-2E9C-101B-9397-08002B2CF9AE}" pid="37" name="Order">
    <vt:lpwstr>37500.0000000000</vt:lpwstr>
  </property>
</Properties>
</file>